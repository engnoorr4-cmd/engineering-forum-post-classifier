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977A3-DDF3-4888-835E-A2B65EAA2DB6}" v="5" dt="2026-03-29T18:15:05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1230EE-52C1-4C88-B1BE-DF88EB2A0A6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BF3F432-A180-4883-A4DB-EAB2C6EEBF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This project is about classifying posts in engineering forums.</a:t>
          </a:r>
        </a:p>
      </dgm:t>
    </dgm:pt>
    <dgm:pt modelId="{BF9126E4-8AE7-41C2-8539-D2EF7D3373C7}" type="parTrans" cxnId="{942A8AE2-88E4-4BD3-BE6D-997BFE1ABA44}">
      <dgm:prSet/>
      <dgm:spPr/>
      <dgm:t>
        <a:bodyPr/>
        <a:lstStyle/>
        <a:p>
          <a:endParaRPr lang="en-US"/>
        </a:p>
      </dgm:t>
    </dgm:pt>
    <dgm:pt modelId="{A578E847-B727-46FD-8E59-A548325024D1}" type="sibTrans" cxnId="{942A8AE2-88E4-4BD3-BE6D-997BFE1ABA44}">
      <dgm:prSet/>
      <dgm:spPr/>
      <dgm:t>
        <a:bodyPr/>
        <a:lstStyle/>
        <a:p>
          <a:endParaRPr lang="en-US"/>
        </a:p>
      </dgm:t>
    </dgm:pt>
    <dgm:pt modelId="{117F2CC2-AE5F-40B1-BBF0-6EDF1C5AD1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It helps organize posts into categories automatically.</a:t>
          </a:r>
        </a:p>
      </dgm:t>
    </dgm:pt>
    <dgm:pt modelId="{A6E80B16-BA8E-44CA-BE34-37199C77F834}" type="parTrans" cxnId="{A7F2ABA2-D05F-4652-BCC7-CD1B812AC354}">
      <dgm:prSet/>
      <dgm:spPr/>
      <dgm:t>
        <a:bodyPr/>
        <a:lstStyle/>
        <a:p>
          <a:endParaRPr lang="en-US"/>
        </a:p>
      </dgm:t>
    </dgm:pt>
    <dgm:pt modelId="{7B46117C-32E3-4381-9196-9C25CA616023}" type="sibTrans" cxnId="{A7F2ABA2-D05F-4652-BCC7-CD1B812AC354}">
      <dgm:prSet/>
      <dgm:spPr/>
      <dgm:t>
        <a:bodyPr/>
        <a:lstStyle/>
        <a:p>
          <a:endParaRPr lang="en-US"/>
        </a:p>
      </dgm:t>
    </dgm:pt>
    <dgm:pt modelId="{9431BC0B-7646-4A43-9700-B69F7D2FF3F7}" type="pres">
      <dgm:prSet presAssocID="{FF1230EE-52C1-4C88-B1BE-DF88EB2A0A6D}" presName="root" presStyleCnt="0">
        <dgm:presLayoutVars>
          <dgm:dir/>
          <dgm:resizeHandles val="exact"/>
        </dgm:presLayoutVars>
      </dgm:prSet>
      <dgm:spPr/>
    </dgm:pt>
    <dgm:pt modelId="{455DA3AC-20CA-4C00-BBA5-941D89947A7C}" type="pres">
      <dgm:prSet presAssocID="{4BF3F432-A180-4883-A4DB-EAB2C6EEBF0B}" presName="compNode" presStyleCnt="0"/>
      <dgm:spPr/>
    </dgm:pt>
    <dgm:pt modelId="{E8EBCA00-470C-432B-8B33-F0040F1F9808}" type="pres">
      <dgm:prSet presAssocID="{4BF3F432-A180-4883-A4DB-EAB2C6EEBF0B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6155FE56-EA95-44BC-B0C0-C4E8911E028E}" type="pres">
      <dgm:prSet presAssocID="{4BF3F432-A180-4883-A4DB-EAB2C6EEBF0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مستخدمون"/>
        </a:ext>
      </dgm:extLst>
    </dgm:pt>
    <dgm:pt modelId="{FECEC066-E076-4724-A167-F3639AF8BA3B}" type="pres">
      <dgm:prSet presAssocID="{4BF3F432-A180-4883-A4DB-EAB2C6EEBF0B}" presName="spaceRect" presStyleCnt="0"/>
      <dgm:spPr/>
    </dgm:pt>
    <dgm:pt modelId="{C58E44BB-1E59-4A0D-B586-0C01A7DFC0FB}" type="pres">
      <dgm:prSet presAssocID="{4BF3F432-A180-4883-A4DB-EAB2C6EEBF0B}" presName="textRect" presStyleLbl="revTx" presStyleIdx="0" presStyleCnt="2">
        <dgm:presLayoutVars>
          <dgm:chMax val="1"/>
          <dgm:chPref val="1"/>
        </dgm:presLayoutVars>
      </dgm:prSet>
      <dgm:spPr/>
    </dgm:pt>
    <dgm:pt modelId="{D4645DE1-9FE4-46F5-BEDC-B64DE520AFA6}" type="pres">
      <dgm:prSet presAssocID="{A578E847-B727-46FD-8E59-A548325024D1}" presName="sibTrans" presStyleCnt="0"/>
      <dgm:spPr/>
    </dgm:pt>
    <dgm:pt modelId="{FED56B3E-19F9-477F-B4D5-CE93F3CB1B4F}" type="pres">
      <dgm:prSet presAssocID="{117F2CC2-AE5F-40B1-BBF0-6EDF1C5AD1AC}" presName="compNode" presStyleCnt="0"/>
      <dgm:spPr/>
    </dgm:pt>
    <dgm:pt modelId="{A45728C3-BC43-4B46-A941-1ECBCD2C61C8}" type="pres">
      <dgm:prSet presAssocID="{117F2CC2-AE5F-40B1-BBF0-6EDF1C5AD1AC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F076EFC-0E6C-40FD-8D17-F0E24CC334BF}" type="pres">
      <dgm:prSet presAssocID="{117F2CC2-AE5F-40B1-BBF0-6EDF1C5AD1A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تصفية"/>
        </a:ext>
      </dgm:extLst>
    </dgm:pt>
    <dgm:pt modelId="{560C52BB-724F-4DA0-957C-D3A2526EB980}" type="pres">
      <dgm:prSet presAssocID="{117F2CC2-AE5F-40B1-BBF0-6EDF1C5AD1AC}" presName="spaceRect" presStyleCnt="0"/>
      <dgm:spPr/>
    </dgm:pt>
    <dgm:pt modelId="{0C3256AE-3CFE-438D-B211-A7F0AA453197}" type="pres">
      <dgm:prSet presAssocID="{117F2CC2-AE5F-40B1-BBF0-6EDF1C5AD1A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B64DF91-BFBE-4331-96D8-77522195A1E7}" type="presOf" srcId="{117F2CC2-AE5F-40B1-BBF0-6EDF1C5AD1AC}" destId="{0C3256AE-3CFE-438D-B211-A7F0AA453197}" srcOrd="0" destOrd="0" presId="urn:microsoft.com/office/officeart/2018/5/layout/IconLeafLabelList"/>
    <dgm:cxn modelId="{A7F2ABA2-D05F-4652-BCC7-CD1B812AC354}" srcId="{FF1230EE-52C1-4C88-B1BE-DF88EB2A0A6D}" destId="{117F2CC2-AE5F-40B1-BBF0-6EDF1C5AD1AC}" srcOrd="1" destOrd="0" parTransId="{A6E80B16-BA8E-44CA-BE34-37199C77F834}" sibTransId="{7B46117C-32E3-4381-9196-9C25CA616023}"/>
    <dgm:cxn modelId="{169853CD-A0CC-4D3F-884C-849FB36B0DAD}" type="presOf" srcId="{4BF3F432-A180-4883-A4DB-EAB2C6EEBF0B}" destId="{C58E44BB-1E59-4A0D-B586-0C01A7DFC0FB}" srcOrd="0" destOrd="0" presId="urn:microsoft.com/office/officeart/2018/5/layout/IconLeafLabelList"/>
    <dgm:cxn modelId="{942A8AE2-88E4-4BD3-BE6D-997BFE1ABA44}" srcId="{FF1230EE-52C1-4C88-B1BE-DF88EB2A0A6D}" destId="{4BF3F432-A180-4883-A4DB-EAB2C6EEBF0B}" srcOrd="0" destOrd="0" parTransId="{BF9126E4-8AE7-41C2-8539-D2EF7D3373C7}" sibTransId="{A578E847-B727-46FD-8E59-A548325024D1}"/>
    <dgm:cxn modelId="{5EAD4EEF-5D98-444F-91DC-99A34221FE1C}" type="presOf" srcId="{FF1230EE-52C1-4C88-B1BE-DF88EB2A0A6D}" destId="{9431BC0B-7646-4A43-9700-B69F7D2FF3F7}" srcOrd="0" destOrd="0" presId="urn:microsoft.com/office/officeart/2018/5/layout/IconLeafLabelList"/>
    <dgm:cxn modelId="{1353C184-EE96-4BF3-BF23-E6C7E23F4BD0}" type="presParOf" srcId="{9431BC0B-7646-4A43-9700-B69F7D2FF3F7}" destId="{455DA3AC-20CA-4C00-BBA5-941D89947A7C}" srcOrd="0" destOrd="0" presId="urn:microsoft.com/office/officeart/2018/5/layout/IconLeafLabelList"/>
    <dgm:cxn modelId="{3E789150-EB0C-4000-9DF5-8F172AA5027A}" type="presParOf" srcId="{455DA3AC-20CA-4C00-BBA5-941D89947A7C}" destId="{E8EBCA00-470C-432B-8B33-F0040F1F9808}" srcOrd="0" destOrd="0" presId="urn:microsoft.com/office/officeart/2018/5/layout/IconLeafLabelList"/>
    <dgm:cxn modelId="{45F1C6F9-2334-47A7-951A-322C5C92C928}" type="presParOf" srcId="{455DA3AC-20CA-4C00-BBA5-941D89947A7C}" destId="{6155FE56-EA95-44BC-B0C0-C4E8911E028E}" srcOrd="1" destOrd="0" presId="urn:microsoft.com/office/officeart/2018/5/layout/IconLeafLabelList"/>
    <dgm:cxn modelId="{90B3D70B-C291-464E-8200-28F9987F4E32}" type="presParOf" srcId="{455DA3AC-20CA-4C00-BBA5-941D89947A7C}" destId="{FECEC066-E076-4724-A167-F3639AF8BA3B}" srcOrd="2" destOrd="0" presId="urn:microsoft.com/office/officeart/2018/5/layout/IconLeafLabelList"/>
    <dgm:cxn modelId="{2586FD8A-1980-4F56-ABDB-E6DD46EF162C}" type="presParOf" srcId="{455DA3AC-20CA-4C00-BBA5-941D89947A7C}" destId="{C58E44BB-1E59-4A0D-B586-0C01A7DFC0FB}" srcOrd="3" destOrd="0" presId="urn:microsoft.com/office/officeart/2018/5/layout/IconLeafLabelList"/>
    <dgm:cxn modelId="{BADB333D-DB96-4DDC-A5D8-F1EB0796BBA3}" type="presParOf" srcId="{9431BC0B-7646-4A43-9700-B69F7D2FF3F7}" destId="{D4645DE1-9FE4-46F5-BEDC-B64DE520AFA6}" srcOrd="1" destOrd="0" presId="urn:microsoft.com/office/officeart/2018/5/layout/IconLeafLabelList"/>
    <dgm:cxn modelId="{B0B5E033-F0B2-4E29-A7B3-B6CE390B7C66}" type="presParOf" srcId="{9431BC0B-7646-4A43-9700-B69F7D2FF3F7}" destId="{FED56B3E-19F9-477F-B4D5-CE93F3CB1B4F}" srcOrd="2" destOrd="0" presId="urn:microsoft.com/office/officeart/2018/5/layout/IconLeafLabelList"/>
    <dgm:cxn modelId="{8A08E4B0-9916-4472-B045-20FB888AD56B}" type="presParOf" srcId="{FED56B3E-19F9-477F-B4D5-CE93F3CB1B4F}" destId="{A45728C3-BC43-4B46-A941-1ECBCD2C61C8}" srcOrd="0" destOrd="0" presId="urn:microsoft.com/office/officeart/2018/5/layout/IconLeafLabelList"/>
    <dgm:cxn modelId="{51BBA686-C5A5-4C62-AB84-B8058088BD11}" type="presParOf" srcId="{FED56B3E-19F9-477F-B4D5-CE93F3CB1B4F}" destId="{2F076EFC-0E6C-40FD-8D17-F0E24CC334BF}" srcOrd="1" destOrd="0" presId="urn:microsoft.com/office/officeart/2018/5/layout/IconLeafLabelList"/>
    <dgm:cxn modelId="{EA054581-ED87-41E0-A54A-62A61E36586A}" type="presParOf" srcId="{FED56B3E-19F9-477F-B4D5-CE93F3CB1B4F}" destId="{560C52BB-724F-4DA0-957C-D3A2526EB980}" srcOrd="2" destOrd="0" presId="urn:microsoft.com/office/officeart/2018/5/layout/IconLeafLabelList"/>
    <dgm:cxn modelId="{1F24124D-458C-48EA-8D02-7D75376B44AF}" type="presParOf" srcId="{FED56B3E-19F9-477F-B4D5-CE93F3CB1B4F}" destId="{0C3256AE-3CFE-438D-B211-A7F0AA45319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195298-A9FB-49A1-ACB7-FC4CCFE7A26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AF975C-6DA5-47B9-9F7C-AC6D94CD5B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Engineering forums have many posts.</a:t>
          </a:r>
        </a:p>
      </dgm:t>
    </dgm:pt>
    <dgm:pt modelId="{E42BBDFA-FB6A-4059-9CE2-54D60EDED5DD}" type="parTrans" cxnId="{3DE4B4A5-CD3C-4317-8538-A60E067FEDAE}">
      <dgm:prSet/>
      <dgm:spPr/>
      <dgm:t>
        <a:bodyPr/>
        <a:lstStyle/>
        <a:p>
          <a:endParaRPr lang="en-US"/>
        </a:p>
      </dgm:t>
    </dgm:pt>
    <dgm:pt modelId="{F13B9F35-BBBE-45A8-A954-D0FFE6C62344}" type="sibTrans" cxnId="{3DE4B4A5-CD3C-4317-8538-A60E067FEDAE}">
      <dgm:prSet/>
      <dgm:spPr/>
      <dgm:t>
        <a:bodyPr/>
        <a:lstStyle/>
        <a:p>
          <a:endParaRPr lang="en-US"/>
        </a:p>
      </dgm:t>
    </dgm:pt>
    <dgm:pt modelId="{444DDD21-D833-482D-992B-DFF5B4F7A9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difficult to manually sort them.</a:t>
          </a:r>
        </a:p>
      </dgm:t>
    </dgm:pt>
    <dgm:pt modelId="{034426B9-38BB-4EB3-A37C-A540BD9A1D33}" type="parTrans" cxnId="{608B725B-58CA-485F-B395-D372156DC9B8}">
      <dgm:prSet/>
      <dgm:spPr/>
      <dgm:t>
        <a:bodyPr/>
        <a:lstStyle/>
        <a:p>
          <a:endParaRPr lang="en-US"/>
        </a:p>
      </dgm:t>
    </dgm:pt>
    <dgm:pt modelId="{7A585BDE-8103-40D3-A78B-1A6569A31442}" type="sibTrans" cxnId="{608B725B-58CA-485F-B395-D372156DC9B8}">
      <dgm:prSet/>
      <dgm:spPr/>
      <dgm:t>
        <a:bodyPr/>
        <a:lstStyle/>
        <a:p>
          <a:endParaRPr lang="en-US"/>
        </a:p>
      </dgm:t>
    </dgm:pt>
    <dgm:pt modelId="{72278BC8-FE14-4D30-BD8F-B6A9B34B2C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need an automatic solution.</a:t>
          </a:r>
        </a:p>
      </dgm:t>
    </dgm:pt>
    <dgm:pt modelId="{DE355BCB-693A-4D87-89E3-E367DDBCBC09}" type="parTrans" cxnId="{25C7DC94-2C5D-43A1-8FC9-69452A42BC22}">
      <dgm:prSet/>
      <dgm:spPr/>
      <dgm:t>
        <a:bodyPr/>
        <a:lstStyle/>
        <a:p>
          <a:endParaRPr lang="en-US"/>
        </a:p>
      </dgm:t>
    </dgm:pt>
    <dgm:pt modelId="{397D82D3-A6C4-4427-8921-4C979BAA29FF}" type="sibTrans" cxnId="{25C7DC94-2C5D-43A1-8FC9-69452A42BC22}">
      <dgm:prSet/>
      <dgm:spPr/>
      <dgm:t>
        <a:bodyPr/>
        <a:lstStyle/>
        <a:p>
          <a:endParaRPr lang="en-US"/>
        </a:p>
      </dgm:t>
    </dgm:pt>
    <dgm:pt modelId="{9D1F6198-F348-4B4C-8B30-B5A3EE655764}" type="pres">
      <dgm:prSet presAssocID="{73195298-A9FB-49A1-ACB7-FC4CCFE7A268}" presName="root" presStyleCnt="0">
        <dgm:presLayoutVars>
          <dgm:dir/>
          <dgm:resizeHandles val="exact"/>
        </dgm:presLayoutVars>
      </dgm:prSet>
      <dgm:spPr/>
    </dgm:pt>
    <dgm:pt modelId="{97FA0D22-D178-4DCB-8DBD-98B9F6B9DEE0}" type="pres">
      <dgm:prSet presAssocID="{BDAF975C-6DA5-47B9-9F7C-AC6D94CD5B19}" presName="compNode" presStyleCnt="0"/>
      <dgm:spPr/>
    </dgm:pt>
    <dgm:pt modelId="{92876229-69F4-489B-B241-A994E2CF17D3}" type="pres">
      <dgm:prSet presAssocID="{BDAF975C-6DA5-47B9-9F7C-AC6D94CD5B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تروس"/>
        </a:ext>
      </dgm:extLst>
    </dgm:pt>
    <dgm:pt modelId="{2C19E374-D4AE-40B3-A08D-ABAFD6ACF8A3}" type="pres">
      <dgm:prSet presAssocID="{BDAF975C-6DA5-47B9-9F7C-AC6D94CD5B19}" presName="spaceRect" presStyleCnt="0"/>
      <dgm:spPr/>
    </dgm:pt>
    <dgm:pt modelId="{1FDAF889-8BB4-4DDA-A5AF-5E440F4DE9BD}" type="pres">
      <dgm:prSet presAssocID="{BDAF975C-6DA5-47B9-9F7C-AC6D94CD5B19}" presName="textRect" presStyleLbl="revTx" presStyleIdx="0" presStyleCnt="3">
        <dgm:presLayoutVars>
          <dgm:chMax val="1"/>
          <dgm:chPref val="1"/>
        </dgm:presLayoutVars>
      </dgm:prSet>
      <dgm:spPr/>
    </dgm:pt>
    <dgm:pt modelId="{79A2AD8E-E240-4AAC-8C33-B7EA56EF2067}" type="pres">
      <dgm:prSet presAssocID="{F13B9F35-BBBE-45A8-A954-D0FFE6C62344}" presName="sibTrans" presStyleCnt="0"/>
      <dgm:spPr/>
    </dgm:pt>
    <dgm:pt modelId="{CB9B8F72-7959-4675-8C6D-5DA9849ECB4A}" type="pres">
      <dgm:prSet presAssocID="{444DDD21-D833-482D-992B-DFF5B4F7A91A}" presName="compNode" presStyleCnt="0"/>
      <dgm:spPr/>
    </dgm:pt>
    <dgm:pt modelId="{BE420DCB-2EC5-4D05-8E76-E8216AACDDEE}" type="pres">
      <dgm:prSet presAssocID="{444DDD21-D833-482D-992B-DFF5B4F7A91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مخطط انسيابي"/>
        </a:ext>
      </dgm:extLst>
    </dgm:pt>
    <dgm:pt modelId="{B3030BB8-052F-4E02-949D-2E537111B60B}" type="pres">
      <dgm:prSet presAssocID="{444DDD21-D833-482D-992B-DFF5B4F7A91A}" presName="spaceRect" presStyleCnt="0"/>
      <dgm:spPr/>
    </dgm:pt>
    <dgm:pt modelId="{AAC59D52-BEBC-4B6F-87E7-7B053CE31CAF}" type="pres">
      <dgm:prSet presAssocID="{444DDD21-D833-482D-992B-DFF5B4F7A91A}" presName="textRect" presStyleLbl="revTx" presStyleIdx="1" presStyleCnt="3">
        <dgm:presLayoutVars>
          <dgm:chMax val="1"/>
          <dgm:chPref val="1"/>
        </dgm:presLayoutVars>
      </dgm:prSet>
      <dgm:spPr/>
    </dgm:pt>
    <dgm:pt modelId="{10B74E25-D7CA-4D19-8177-04E4D07640A9}" type="pres">
      <dgm:prSet presAssocID="{7A585BDE-8103-40D3-A78B-1A6569A31442}" presName="sibTrans" presStyleCnt="0"/>
      <dgm:spPr/>
    </dgm:pt>
    <dgm:pt modelId="{D99DE737-13DD-4A6A-8AE4-691256C130FC}" type="pres">
      <dgm:prSet presAssocID="{72278BC8-FE14-4D30-BD8F-B6A9B34B2CA7}" presName="compNode" presStyleCnt="0"/>
      <dgm:spPr/>
    </dgm:pt>
    <dgm:pt modelId="{15B8EE10-8C4B-4291-BA55-D78CDC5CDF4B}" type="pres">
      <dgm:prSet presAssocID="{72278BC8-FE14-4D30-BD8F-B6A9B34B2C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روبوت"/>
        </a:ext>
      </dgm:extLst>
    </dgm:pt>
    <dgm:pt modelId="{70D72872-3657-4A8D-A9C3-C55C5C72F8B0}" type="pres">
      <dgm:prSet presAssocID="{72278BC8-FE14-4D30-BD8F-B6A9B34B2CA7}" presName="spaceRect" presStyleCnt="0"/>
      <dgm:spPr/>
    </dgm:pt>
    <dgm:pt modelId="{51C50440-2C6F-4388-A705-2F31CF9F276D}" type="pres">
      <dgm:prSet presAssocID="{72278BC8-FE14-4D30-BD8F-B6A9B34B2CA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3842424-7124-44D5-B820-F88B9A4B8512}" type="presOf" srcId="{444DDD21-D833-482D-992B-DFF5B4F7A91A}" destId="{AAC59D52-BEBC-4B6F-87E7-7B053CE31CAF}" srcOrd="0" destOrd="0" presId="urn:microsoft.com/office/officeart/2018/2/layout/IconLabelList"/>
    <dgm:cxn modelId="{608B725B-58CA-485F-B395-D372156DC9B8}" srcId="{73195298-A9FB-49A1-ACB7-FC4CCFE7A268}" destId="{444DDD21-D833-482D-992B-DFF5B4F7A91A}" srcOrd="1" destOrd="0" parTransId="{034426B9-38BB-4EB3-A37C-A540BD9A1D33}" sibTransId="{7A585BDE-8103-40D3-A78B-1A6569A31442}"/>
    <dgm:cxn modelId="{4CA83842-4FEE-44F3-8D6C-D1BE05562AB2}" type="presOf" srcId="{73195298-A9FB-49A1-ACB7-FC4CCFE7A268}" destId="{9D1F6198-F348-4B4C-8B30-B5A3EE655764}" srcOrd="0" destOrd="0" presId="urn:microsoft.com/office/officeart/2018/2/layout/IconLabelList"/>
    <dgm:cxn modelId="{4CCCF876-3627-4BFA-B37C-4998B76584E0}" type="presOf" srcId="{BDAF975C-6DA5-47B9-9F7C-AC6D94CD5B19}" destId="{1FDAF889-8BB4-4DDA-A5AF-5E440F4DE9BD}" srcOrd="0" destOrd="0" presId="urn:microsoft.com/office/officeart/2018/2/layout/IconLabelList"/>
    <dgm:cxn modelId="{25C7DC94-2C5D-43A1-8FC9-69452A42BC22}" srcId="{73195298-A9FB-49A1-ACB7-FC4CCFE7A268}" destId="{72278BC8-FE14-4D30-BD8F-B6A9B34B2CA7}" srcOrd="2" destOrd="0" parTransId="{DE355BCB-693A-4D87-89E3-E367DDBCBC09}" sibTransId="{397D82D3-A6C4-4427-8921-4C979BAA29FF}"/>
    <dgm:cxn modelId="{3DE4B4A5-CD3C-4317-8538-A60E067FEDAE}" srcId="{73195298-A9FB-49A1-ACB7-FC4CCFE7A268}" destId="{BDAF975C-6DA5-47B9-9F7C-AC6D94CD5B19}" srcOrd="0" destOrd="0" parTransId="{E42BBDFA-FB6A-4059-9CE2-54D60EDED5DD}" sibTransId="{F13B9F35-BBBE-45A8-A954-D0FFE6C62344}"/>
    <dgm:cxn modelId="{C587BDD3-CCAE-44AF-AC23-B22F85B47A1E}" type="presOf" srcId="{72278BC8-FE14-4D30-BD8F-B6A9B34B2CA7}" destId="{51C50440-2C6F-4388-A705-2F31CF9F276D}" srcOrd="0" destOrd="0" presId="urn:microsoft.com/office/officeart/2018/2/layout/IconLabelList"/>
    <dgm:cxn modelId="{F3294777-3882-46B2-B146-76D465969FB6}" type="presParOf" srcId="{9D1F6198-F348-4B4C-8B30-B5A3EE655764}" destId="{97FA0D22-D178-4DCB-8DBD-98B9F6B9DEE0}" srcOrd="0" destOrd="0" presId="urn:microsoft.com/office/officeart/2018/2/layout/IconLabelList"/>
    <dgm:cxn modelId="{50522422-4AFC-439D-9F5C-C6771C083A39}" type="presParOf" srcId="{97FA0D22-D178-4DCB-8DBD-98B9F6B9DEE0}" destId="{92876229-69F4-489B-B241-A994E2CF17D3}" srcOrd="0" destOrd="0" presId="urn:microsoft.com/office/officeart/2018/2/layout/IconLabelList"/>
    <dgm:cxn modelId="{63430E1A-247B-46B5-8119-516F39FFF1F7}" type="presParOf" srcId="{97FA0D22-D178-4DCB-8DBD-98B9F6B9DEE0}" destId="{2C19E374-D4AE-40B3-A08D-ABAFD6ACF8A3}" srcOrd="1" destOrd="0" presId="urn:microsoft.com/office/officeart/2018/2/layout/IconLabelList"/>
    <dgm:cxn modelId="{0F908831-8D9F-41FE-B443-9A6EF23E4E23}" type="presParOf" srcId="{97FA0D22-D178-4DCB-8DBD-98B9F6B9DEE0}" destId="{1FDAF889-8BB4-4DDA-A5AF-5E440F4DE9BD}" srcOrd="2" destOrd="0" presId="urn:microsoft.com/office/officeart/2018/2/layout/IconLabelList"/>
    <dgm:cxn modelId="{72F9A6F8-C67E-4D1C-A127-B1CFA82D2675}" type="presParOf" srcId="{9D1F6198-F348-4B4C-8B30-B5A3EE655764}" destId="{79A2AD8E-E240-4AAC-8C33-B7EA56EF2067}" srcOrd="1" destOrd="0" presId="urn:microsoft.com/office/officeart/2018/2/layout/IconLabelList"/>
    <dgm:cxn modelId="{7B0BA91C-2ADF-4B4F-84B8-D6B421234C53}" type="presParOf" srcId="{9D1F6198-F348-4B4C-8B30-B5A3EE655764}" destId="{CB9B8F72-7959-4675-8C6D-5DA9849ECB4A}" srcOrd="2" destOrd="0" presId="urn:microsoft.com/office/officeart/2018/2/layout/IconLabelList"/>
    <dgm:cxn modelId="{B8F91A5C-53B9-4FA4-903A-36D7C8B63633}" type="presParOf" srcId="{CB9B8F72-7959-4675-8C6D-5DA9849ECB4A}" destId="{BE420DCB-2EC5-4D05-8E76-E8216AACDDEE}" srcOrd="0" destOrd="0" presId="urn:microsoft.com/office/officeart/2018/2/layout/IconLabelList"/>
    <dgm:cxn modelId="{EE42E709-E824-46AE-ADFA-548FE1726897}" type="presParOf" srcId="{CB9B8F72-7959-4675-8C6D-5DA9849ECB4A}" destId="{B3030BB8-052F-4E02-949D-2E537111B60B}" srcOrd="1" destOrd="0" presId="urn:microsoft.com/office/officeart/2018/2/layout/IconLabelList"/>
    <dgm:cxn modelId="{7D5C3DBF-0458-425E-8A1F-0131F13C83C0}" type="presParOf" srcId="{CB9B8F72-7959-4675-8C6D-5DA9849ECB4A}" destId="{AAC59D52-BEBC-4B6F-87E7-7B053CE31CAF}" srcOrd="2" destOrd="0" presId="urn:microsoft.com/office/officeart/2018/2/layout/IconLabelList"/>
    <dgm:cxn modelId="{B8145707-0381-4876-82BE-2BB39CFA9633}" type="presParOf" srcId="{9D1F6198-F348-4B4C-8B30-B5A3EE655764}" destId="{10B74E25-D7CA-4D19-8177-04E4D07640A9}" srcOrd="3" destOrd="0" presId="urn:microsoft.com/office/officeart/2018/2/layout/IconLabelList"/>
    <dgm:cxn modelId="{8F0B8CB3-8030-44CF-8AB6-149CA6DBB663}" type="presParOf" srcId="{9D1F6198-F348-4B4C-8B30-B5A3EE655764}" destId="{D99DE737-13DD-4A6A-8AE4-691256C130FC}" srcOrd="4" destOrd="0" presId="urn:microsoft.com/office/officeart/2018/2/layout/IconLabelList"/>
    <dgm:cxn modelId="{DB03F9E7-8284-46FB-AEDF-B9B62480A558}" type="presParOf" srcId="{D99DE737-13DD-4A6A-8AE4-691256C130FC}" destId="{15B8EE10-8C4B-4291-BA55-D78CDC5CDF4B}" srcOrd="0" destOrd="0" presId="urn:microsoft.com/office/officeart/2018/2/layout/IconLabelList"/>
    <dgm:cxn modelId="{A70E1B1F-1869-4CE4-ADE4-72411979E9E8}" type="presParOf" srcId="{D99DE737-13DD-4A6A-8AE4-691256C130FC}" destId="{70D72872-3657-4A8D-A9C3-C55C5C72F8B0}" srcOrd="1" destOrd="0" presId="urn:microsoft.com/office/officeart/2018/2/layout/IconLabelList"/>
    <dgm:cxn modelId="{4CEA4B0C-49C6-487D-A7AC-6899886EB0DA}" type="presParOf" srcId="{D99DE737-13DD-4A6A-8AE4-691256C130FC}" destId="{51C50440-2C6F-4388-A705-2F31CF9F27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C9A9F4-2368-4199-86F6-684037434C8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531AFCD-4F1A-4917-AC9C-7890DDCA0590}">
      <dgm:prSet/>
      <dgm:spPr/>
      <dgm:t>
        <a:bodyPr/>
        <a:lstStyle/>
        <a:p>
          <a:r>
            <a:rPr lang="en-US"/>
            <a:t>Python</a:t>
          </a:r>
        </a:p>
      </dgm:t>
    </dgm:pt>
    <dgm:pt modelId="{32D0709A-843F-411F-A65A-779574EC5213}" type="parTrans" cxnId="{36EE58C8-F8A5-4DAC-90CD-4227A0FEF240}">
      <dgm:prSet/>
      <dgm:spPr/>
      <dgm:t>
        <a:bodyPr/>
        <a:lstStyle/>
        <a:p>
          <a:endParaRPr lang="en-US"/>
        </a:p>
      </dgm:t>
    </dgm:pt>
    <dgm:pt modelId="{6FA319F7-CDE8-4B35-90D7-CF8FEF6D5CFB}" type="sibTrans" cxnId="{36EE58C8-F8A5-4DAC-90CD-4227A0FEF240}">
      <dgm:prSet/>
      <dgm:spPr/>
      <dgm:t>
        <a:bodyPr/>
        <a:lstStyle/>
        <a:p>
          <a:endParaRPr lang="en-US"/>
        </a:p>
      </dgm:t>
    </dgm:pt>
    <dgm:pt modelId="{644E7097-472A-43F9-AD7C-20562C6B87D8}">
      <dgm:prSet/>
      <dgm:spPr/>
      <dgm:t>
        <a:bodyPr/>
        <a:lstStyle/>
        <a:p>
          <a:r>
            <a:rPr lang="en-US"/>
            <a:t>Machine Learning</a:t>
          </a:r>
        </a:p>
      </dgm:t>
    </dgm:pt>
    <dgm:pt modelId="{A66E0188-E3AA-403A-A944-13AF51A0C5F3}" type="parTrans" cxnId="{650EEC6D-E71C-44BD-9E99-914F5D5E99E9}">
      <dgm:prSet/>
      <dgm:spPr/>
      <dgm:t>
        <a:bodyPr/>
        <a:lstStyle/>
        <a:p>
          <a:endParaRPr lang="en-US"/>
        </a:p>
      </dgm:t>
    </dgm:pt>
    <dgm:pt modelId="{FAAA32B0-DAB1-4BCF-8468-4C1ADF2A434D}" type="sibTrans" cxnId="{650EEC6D-E71C-44BD-9E99-914F5D5E99E9}">
      <dgm:prSet/>
      <dgm:spPr/>
      <dgm:t>
        <a:bodyPr/>
        <a:lstStyle/>
        <a:p>
          <a:endParaRPr lang="en-US"/>
        </a:p>
      </dgm:t>
    </dgm:pt>
    <dgm:pt modelId="{6340F09F-1FF7-4F27-B8E9-691C9E83F5B7}">
      <dgm:prSet/>
      <dgm:spPr/>
      <dgm:t>
        <a:bodyPr/>
        <a:lstStyle/>
        <a:p>
          <a:r>
            <a:rPr lang="en-US"/>
            <a:t>Libraries: Scikit-learn, Pandas, NumPy</a:t>
          </a:r>
        </a:p>
      </dgm:t>
    </dgm:pt>
    <dgm:pt modelId="{E94675DF-6E37-43F7-B1B9-DDB7D1A61BA3}" type="parTrans" cxnId="{4871D947-AF24-4E0F-86BA-F065AEC52C1E}">
      <dgm:prSet/>
      <dgm:spPr/>
      <dgm:t>
        <a:bodyPr/>
        <a:lstStyle/>
        <a:p>
          <a:endParaRPr lang="en-US"/>
        </a:p>
      </dgm:t>
    </dgm:pt>
    <dgm:pt modelId="{27E60877-5A5F-4ADD-9FA8-A9633C6F0434}" type="sibTrans" cxnId="{4871D947-AF24-4E0F-86BA-F065AEC52C1E}">
      <dgm:prSet/>
      <dgm:spPr/>
      <dgm:t>
        <a:bodyPr/>
        <a:lstStyle/>
        <a:p>
          <a:endParaRPr lang="en-US"/>
        </a:p>
      </dgm:t>
    </dgm:pt>
    <dgm:pt modelId="{377D0D9E-89BE-4C35-BDC7-7AC88DA5159D}" type="pres">
      <dgm:prSet presAssocID="{28C9A9F4-2368-4199-86F6-684037434C86}" presName="linear" presStyleCnt="0">
        <dgm:presLayoutVars>
          <dgm:animLvl val="lvl"/>
          <dgm:resizeHandles val="exact"/>
        </dgm:presLayoutVars>
      </dgm:prSet>
      <dgm:spPr/>
    </dgm:pt>
    <dgm:pt modelId="{736B65E9-B6D2-4B45-9C67-12A88061DE20}" type="pres">
      <dgm:prSet presAssocID="{5531AFCD-4F1A-4917-AC9C-7890DDCA059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759689-2AD1-4D58-B2BA-978465227D6F}" type="pres">
      <dgm:prSet presAssocID="{6FA319F7-CDE8-4B35-90D7-CF8FEF6D5CFB}" presName="spacer" presStyleCnt="0"/>
      <dgm:spPr/>
    </dgm:pt>
    <dgm:pt modelId="{F5C31F09-51C1-4972-94AF-18C6FA30F556}" type="pres">
      <dgm:prSet presAssocID="{644E7097-472A-43F9-AD7C-20562C6B87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1BBBC8C-1E8B-4461-A28F-BCF73A0160ED}" type="pres">
      <dgm:prSet presAssocID="{FAAA32B0-DAB1-4BCF-8468-4C1ADF2A434D}" presName="spacer" presStyleCnt="0"/>
      <dgm:spPr/>
    </dgm:pt>
    <dgm:pt modelId="{73795173-A281-480E-B2AE-246BCDF518E5}" type="pres">
      <dgm:prSet presAssocID="{6340F09F-1FF7-4F27-B8E9-691C9E83F5B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35F5008-8E50-4427-B383-8266BF3D7B7A}" type="presOf" srcId="{5531AFCD-4F1A-4917-AC9C-7890DDCA0590}" destId="{736B65E9-B6D2-4B45-9C67-12A88061DE20}" srcOrd="0" destOrd="0" presId="urn:microsoft.com/office/officeart/2005/8/layout/vList2"/>
    <dgm:cxn modelId="{DC3C0713-972A-4601-AF79-BF7AC6DB329E}" type="presOf" srcId="{28C9A9F4-2368-4199-86F6-684037434C86}" destId="{377D0D9E-89BE-4C35-BDC7-7AC88DA5159D}" srcOrd="0" destOrd="0" presId="urn:microsoft.com/office/officeart/2005/8/layout/vList2"/>
    <dgm:cxn modelId="{4871D947-AF24-4E0F-86BA-F065AEC52C1E}" srcId="{28C9A9F4-2368-4199-86F6-684037434C86}" destId="{6340F09F-1FF7-4F27-B8E9-691C9E83F5B7}" srcOrd="2" destOrd="0" parTransId="{E94675DF-6E37-43F7-B1B9-DDB7D1A61BA3}" sibTransId="{27E60877-5A5F-4ADD-9FA8-A9633C6F0434}"/>
    <dgm:cxn modelId="{650EEC6D-E71C-44BD-9E99-914F5D5E99E9}" srcId="{28C9A9F4-2368-4199-86F6-684037434C86}" destId="{644E7097-472A-43F9-AD7C-20562C6B87D8}" srcOrd="1" destOrd="0" parTransId="{A66E0188-E3AA-403A-A944-13AF51A0C5F3}" sibTransId="{FAAA32B0-DAB1-4BCF-8468-4C1ADF2A434D}"/>
    <dgm:cxn modelId="{49BB6458-67D9-43F0-BC88-5859AA6A4DE4}" type="presOf" srcId="{644E7097-472A-43F9-AD7C-20562C6B87D8}" destId="{F5C31F09-51C1-4972-94AF-18C6FA30F556}" srcOrd="0" destOrd="0" presId="urn:microsoft.com/office/officeart/2005/8/layout/vList2"/>
    <dgm:cxn modelId="{5612AEA3-8D51-466E-B741-F60BC5A4239E}" type="presOf" srcId="{6340F09F-1FF7-4F27-B8E9-691C9E83F5B7}" destId="{73795173-A281-480E-B2AE-246BCDF518E5}" srcOrd="0" destOrd="0" presId="urn:microsoft.com/office/officeart/2005/8/layout/vList2"/>
    <dgm:cxn modelId="{36EE58C8-F8A5-4DAC-90CD-4227A0FEF240}" srcId="{28C9A9F4-2368-4199-86F6-684037434C86}" destId="{5531AFCD-4F1A-4917-AC9C-7890DDCA0590}" srcOrd="0" destOrd="0" parTransId="{32D0709A-843F-411F-A65A-779574EC5213}" sibTransId="{6FA319F7-CDE8-4B35-90D7-CF8FEF6D5CFB}"/>
    <dgm:cxn modelId="{902B80AB-9F1C-4310-B954-7172E71FD311}" type="presParOf" srcId="{377D0D9E-89BE-4C35-BDC7-7AC88DA5159D}" destId="{736B65E9-B6D2-4B45-9C67-12A88061DE20}" srcOrd="0" destOrd="0" presId="urn:microsoft.com/office/officeart/2005/8/layout/vList2"/>
    <dgm:cxn modelId="{F9ADD573-C10F-4B9F-97BC-7BF65E74E696}" type="presParOf" srcId="{377D0D9E-89BE-4C35-BDC7-7AC88DA5159D}" destId="{88759689-2AD1-4D58-B2BA-978465227D6F}" srcOrd="1" destOrd="0" presId="urn:microsoft.com/office/officeart/2005/8/layout/vList2"/>
    <dgm:cxn modelId="{75B4BDE4-D853-438F-BF87-258893B01743}" type="presParOf" srcId="{377D0D9E-89BE-4C35-BDC7-7AC88DA5159D}" destId="{F5C31F09-51C1-4972-94AF-18C6FA30F556}" srcOrd="2" destOrd="0" presId="urn:microsoft.com/office/officeart/2005/8/layout/vList2"/>
    <dgm:cxn modelId="{CD9B3B46-0A27-4C11-B941-F3C3B3BEF807}" type="presParOf" srcId="{377D0D9E-89BE-4C35-BDC7-7AC88DA5159D}" destId="{41BBBC8C-1E8B-4461-A28F-BCF73A0160ED}" srcOrd="3" destOrd="0" presId="urn:microsoft.com/office/officeart/2005/8/layout/vList2"/>
    <dgm:cxn modelId="{F6994789-3855-43AA-861A-FDDB61E250AA}" type="presParOf" srcId="{377D0D9E-89BE-4C35-BDC7-7AC88DA5159D}" destId="{73795173-A281-480E-B2AE-246BCDF518E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6B23C0-C689-4A62-A4AC-5F4E840E21FB}" type="doc">
      <dgm:prSet loTypeId="urn:microsoft.com/office/officeart/2008/layout/LinedList" loCatId="list" qsTypeId="urn:microsoft.com/office/officeart/2005/8/quickstyle/simple5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D8C4C83F-343C-43BF-A66B-3F39C44CD811}">
      <dgm:prSet/>
      <dgm:spPr/>
      <dgm:t>
        <a:bodyPr/>
        <a:lstStyle/>
        <a:p>
          <a:r>
            <a:rPr lang="af-ZA"/>
            <a:t>1. Collect data</a:t>
          </a:r>
          <a:endParaRPr lang="en-US"/>
        </a:p>
      </dgm:t>
    </dgm:pt>
    <dgm:pt modelId="{9433E8AA-C4D4-46FD-B209-95B8BAA4B3F1}" type="parTrans" cxnId="{8F6727AB-A410-4294-BC30-626CD4A489DC}">
      <dgm:prSet/>
      <dgm:spPr/>
      <dgm:t>
        <a:bodyPr/>
        <a:lstStyle/>
        <a:p>
          <a:endParaRPr lang="en-US"/>
        </a:p>
      </dgm:t>
    </dgm:pt>
    <dgm:pt modelId="{022B20C3-BA92-45D8-A3F6-475F2D68FCA1}" type="sibTrans" cxnId="{8F6727AB-A410-4294-BC30-626CD4A489DC}">
      <dgm:prSet/>
      <dgm:spPr/>
      <dgm:t>
        <a:bodyPr/>
        <a:lstStyle/>
        <a:p>
          <a:endParaRPr lang="en-US"/>
        </a:p>
      </dgm:t>
    </dgm:pt>
    <dgm:pt modelId="{CB9946D0-4C18-47E0-8311-4C948CAF4BF7}">
      <dgm:prSet/>
      <dgm:spPr/>
      <dgm:t>
        <a:bodyPr/>
        <a:lstStyle/>
        <a:p>
          <a:r>
            <a:rPr lang="af-ZA"/>
            <a:t>2. Clean text</a:t>
          </a:r>
          <a:endParaRPr lang="en-US"/>
        </a:p>
      </dgm:t>
    </dgm:pt>
    <dgm:pt modelId="{C67DB45B-588B-40D1-ADC5-88819B026D75}" type="parTrans" cxnId="{BA00BDCB-0C8F-4CD7-84A3-6B3F5B333B9E}">
      <dgm:prSet/>
      <dgm:spPr/>
      <dgm:t>
        <a:bodyPr/>
        <a:lstStyle/>
        <a:p>
          <a:endParaRPr lang="en-US"/>
        </a:p>
      </dgm:t>
    </dgm:pt>
    <dgm:pt modelId="{04FCABAD-672E-422B-89FD-7861E9231559}" type="sibTrans" cxnId="{BA00BDCB-0C8F-4CD7-84A3-6B3F5B333B9E}">
      <dgm:prSet/>
      <dgm:spPr/>
      <dgm:t>
        <a:bodyPr/>
        <a:lstStyle/>
        <a:p>
          <a:endParaRPr lang="en-US"/>
        </a:p>
      </dgm:t>
    </dgm:pt>
    <dgm:pt modelId="{E5D74295-4F4A-46A3-ACE2-C3AA8BC09CE4}">
      <dgm:prSet/>
      <dgm:spPr/>
      <dgm:t>
        <a:bodyPr/>
        <a:lstStyle/>
        <a:p>
          <a:r>
            <a:rPr lang="af-ZA"/>
            <a:t>3. Train model</a:t>
          </a:r>
          <a:endParaRPr lang="en-US"/>
        </a:p>
      </dgm:t>
    </dgm:pt>
    <dgm:pt modelId="{66185BB9-232F-4F5B-93E0-FB4E8012B7B6}" type="parTrans" cxnId="{6187BF12-01BA-45CD-90A1-FA8A0A5213E2}">
      <dgm:prSet/>
      <dgm:spPr/>
      <dgm:t>
        <a:bodyPr/>
        <a:lstStyle/>
        <a:p>
          <a:endParaRPr lang="en-US"/>
        </a:p>
      </dgm:t>
    </dgm:pt>
    <dgm:pt modelId="{4524115E-C615-457C-A0FB-710D1EAEE3C3}" type="sibTrans" cxnId="{6187BF12-01BA-45CD-90A1-FA8A0A5213E2}">
      <dgm:prSet/>
      <dgm:spPr/>
      <dgm:t>
        <a:bodyPr/>
        <a:lstStyle/>
        <a:p>
          <a:endParaRPr lang="en-US"/>
        </a:p>
      </dgm:t>
    </dgm:pt>
    <dgm:pt modelId="{E0BBC48D-3011-4331-832D-A3BDA415B881}">
      <dgm:prSet/>
      <dgm:spPr/>
      <dgm:t>
        <a:bodyPr/>
        <a:lstStyle/>
        <a:p>
          <a:r>
            <a:rPr lang="af-ZA"/>
            <a:t>4. Predict category</a:t>
          </a:r>
          <a:endParaRPr lang="en-US"/>
        </a:p>
      </dgm:t>
    </dgm:pt>
    <dgm:pt modelId="{89901ADE-B3D8-47F4-B703-34E2F414904F}" type="parTrans" cxnId="{85253A6C-C57D-4E0E-AD86-456EBC2B7264}">
      <dgm:prSet/>
      <dgm:spPr/>
      <dgm:t>
        <a:bodyPr/>
        <a:lstStyle/>
        <a:p>
          <a:endParaRPr lang="en-US"/>
        </a:p>
      </dgm:t>
    </dgm:pt>
    <dgm:pt modelId="{DEBC18CA-F423-4589-BD1C-897F5384AA1F}" type="sibTrans" cxnId="{85253A6C-C57D-4E0E-AD86-456EBC2B7264}">
      <dgm:prSet/>
      <dgm:spPr/>
      <dgm:t>
        <a:bodyPr/>
        <a:lstStyle/>
        <a:p>
          <a:endParaRPr lang="en-US"/>
        </a:p>
      </dgm:t>
    </dgm:pt>
    <dgm:pt modelId="{71B0AFB5-DF52-48ED-8EFF-386B52DCFCE5}">
      <dgm:prSet/>
      <dgm:spPr/>
      <dgm:t>
        <a:bodyPr/>
        <a:lstStyle/>
        <a:p>
          <a:r>
            <a:rPr lang="af-ZA"/>
            <a:t>5. Show result</a:t>
          </a:r>
          <a:endParaRPr lang="en-US"/>
        </a:p>
      </dgm:t>
    </dgm:pt>
    <dgm:pt modelId="{B7F095DF-C8CD-4446-8BAF-1855A378C5FD}" type="parTrans" cxnId="{B1E760A1-4A9C-47F5-A282-A5F5634B43EC}">
      <dgm:prSet/>
      <dgm:spPr/>
      <dgm:t>
        <a:bodyPr/>
        <a:lstStyle/>
        <a:p>
          <a:endParaRPr lang="en-US"/>
        </a:p>
      </dgm:t>
    </dgm:pt>
    <dgm:pt modelId="{9194465A-13AD-4D5E-B4F4-1E706339541A}" type="sibTrans" cxnId="{B1E760A1-4A9C-47F5-A282-A5F5634B43EC}">
      <dgm:prSet/>
      <dgm:spPr/>
      <dgm:t>
        <a:bodyPr/>
        <a:lstStyle/>
        <a:p>
          <a:endParaRPr lang="en-US"/>
        </a:p>
      </dgm:t>
    </dgm:pt>
    <dgm:pt modelId="{10B00036-22D1-4C80-8F84-B189D1454AA0}" type="pres">
      <dgm:prSet presAssocID="{A56B23C0-C689-4A62-A4AC-5F4E840E21FB}" presName="vert0" presStyleCnt="0">
        <dgm:presLayoutVars>
          <dgm:dir/>
          <dgm:animOne val="branch"/>
          <dgm:animLvl val="lvl"/>
        </dgm:presLayoutVars>
      </dgm:prSet>
      <dgm:spPr/>
    </dgm:pt>
    <dgm:pt modelId="{86C9380E-6301-4460-91EF-5CE70BEC7F1F}" type="pres">
      <dgm:prSet presAssocID="{D8C4C83F-343C-43BF-A66B-3F39C44CD811}" presName="thickLine" presStyleLbl="alignNode1" presStyleIdx="0" presStyleCnt="5"/>
      <dgm:spPr/>
    </dgm:pt>
    <dgm:pt modelId="{853806A4-463D-428D-AB44-9697068C4F30}" type="pres">
      <dgm:prSet presAssocID="{D8C4C83F-343C-43BF-A66B-3F39C44CD811}" presName="horz1" presStyleCnt="0"/>
      <dgm:spPr/>
    </dgm:pt>
    <dgm:pt modelId="{18502CF4-1510-42D4-AD5A-EEFCA9F24AE4}" type="pres">
      <dgm:prSet presAssocID="{D8C4C83F-343C-43BF-A66B-3F39C44CD811}" presName="tx1" presStyleLbl="revTx" presStyleIdx="0" presStyleCnt="5"/>
      <dgm:spPr/>
    </dgm:pt>
    <dgm:pt modelId="{400B67A2-0793-46FF-BA91-1005E9A4D1D9}" type="pres">
      <dgm:prSet presAssocID="{D8C4C83F-343C-43BF-A66B-3F39C44CD811}" presName="vert1" presStyleCnt="0"/>
      <dgm:spPr/>
    </dgm:pt>
    <dgm:pt modelId="{0DC5DB6B-2876-4AA9-955F-E820335B798C}" type="pres">
      <dgm:prSet presAssocID="{CB9946D0-4C18-47E0-8311-4C948CAF4BF7}" presName="thickLine" presStyleLbl="alignNode1" presStyleIdx="1" presStyleCnt="5"/>
      <dgm:spPr/>
    </dgm:pt>
    <dgm:pt modelId="{625515B8-8371-4F35-9368-0E77A04B31DB}" type="pres">
      <dgm:prSet presAssocID="{CB9946D0-4C18-47E0-8311-4C948CAF4BF7}" presName="horz1" presStyleCnt="0"/>
      <dgm:spPr/>
    </dgm:pt>
    <dgm:pt modelId="{4A3708E5-6EB4-48F2-904F-5A1F3D00B63A}" type="pres">
      <dgm:prSet presAssocID="{CB9946D0-4C18-47E0-8311-4C948CAF4BF7}" presName="tx1" presStyleLbl="revTx" presStyleIdx="1" presStyleCnt="5"/>
      <dgm:spPr/>
    </dgm:pt>
    <dgm:pt modelId="{CEA4E3DF-B5C3-4404-8376-5DBCB4F3905A}" type="pres">
      <dgm:prSet presAssocID="{CB9946D0-4C18-47E0-8311-4C948CAF4BF7}" presName="vert1" presStyleCnt="0"/>
      <dgm:spPr/>
    </dgm:pt>
    <dgm:pt modelId="{D0342918-1C81-46CA-B341-906D974209CA}" type="pres">
      <dgm:prSet presAssocID="{E5D74295-4F4A-46A3-ACE2-C3AA8BC09CE4}" presName="thickLine" presStyleLbl="alignNode1" presStyleIdx="2" presStyleCnt="5"/>
      <dgm:spPr/>
    </dgm:pt>
    <dgm:pt modelId="{88B85876-FBBF-4221-AE82-ABA393791911}" type="pres">
      <dgm:prSet presAssocID="{E5D74295-4F4A-46A3-ACE2-C3AA8BC09CE4}" presName="horz1" presStyleCnt="0"/>
      <dgm:spPr/>
    </dgm:pt>
    <dgm:pt modelId="{5ED04B82-4618-44FB-B2E2-5ED48AC2A1EC}" type="pres">
      <dgm:prSet presAssocID="{E5D74295-4F4A-46A3-ACE2-C3AA8BC09CE4}" presName="tx1" presStyleLbl="revTx" presStyleIdx="2" presStyleCnt="5"/>
      <dgm:spPr/>
    </dgm:pt>
    <dgm:pt modelId="{384841A6-E748-4337-964A-59FA39C2053E}" type="pres">
      <dgm:prSet presAssocID="{E5D74295-4F4A-46A3-ACE2-C3AA8BC09CE4}" presName="vert1" presStyleCnt="0"/>
      <dgm:spPr/>
    </dgm:pt>
    <dgm:pt modelId="{F8303318-6F87-4C26-A552-3F3F71D257AC}" type="pres">
      <dgm:prSet presAssocID="{E0BBC48D-3011-4331-832D-A3BDA415B881}" presName="thickLine" presStyleLbl="alignNode1" presStyleIdx="3" presStyleCnt="5"/>
      <dgm:spPr/>
    </dgm:pt>
    <dgm:pt modelId="{769706FA-203F-421A-9C90-919EC2720CAA}" type="pres">
      <dgm:prSet presAssocID="{E0BBC48D-3011-4331-832D-A3BDA415B881}" presName="horz1" presStyleCnt="0"/>
      <dgm:spPr/>
    </dgm:pt>
    <dgm:pt modelId="{8194E1BB-EE4F-4A5B-B9E6-F482F4E63464}" type="pres">
      <dgm:prSet presAssocID="{E0BBC48D-3011-4331-832D-A3BDA415B881}" presName="tx1" presStyleLbl="revTx" presStyleIdx="3" presStyleCnt="5"/>
      <dgm:spPr/>
    </dgm:pt>
    <dgm:pt modelId="{0E0F31E8-D87C-4668-B0F5-2B9BA525902A}" type="pres">
      <dgm:prSet presAssocID="{E0BBC48D-3011-4331-832D-A3BDA415B881}" presName="vert1" presStyleCnt="0"/>
      <dgm:spPr/>
    </dgm:pt>
    <dgm:pt modelId="{47C49E98-ADFD-47BB-9234-BEB01D4784A5}" type="pres">
      <dgm:prSet presAssocID="{71B0AFB5-DF52-48ED-8EFF-386B52DCFCE5}" presName="thickLine" presStyleLbl="alignNode1" presStyleIdx="4" presStyleCnt="5"/>
      <dgm:spPr/>
    </dgm:pt>
    <dgm:pt modelId="{E1F334FE-D49E-4AF2-AC4D-39536B933EE5}" type="pres">
      <dgm:prSet presAssocID="{71B0AFB5-DF52-48ED-8EFF-386B52DCFCE5}" presName="horz1" presStyleCnt="0"/>
      <dgm:spPr/>
    </dgm:pt>
    <dgm:pt modelId="{FF686AF3-8FA9-4C88-9A8C-C1F1866F10D2}" type="pres">
      <dgm:prSet presAssocID="{71B0AFB5-DF52-48ED-8EFF-386B52DCFCE5}" presName="tx1" presStyleLbl="revTx" presStyleIdx="4" presStyleCnt="5"/>
      <dgm:spPr/>
    </dgm:pt>
    <dgm:pt modelId="{1F8DE8E9-CA21-4CF7-972D-8DE16C87B3C3}" type="pres">
      <dgm:prSet presAssocID="{71B0AFB5-DF52-48ED-8EFF-386B52DCFCE5}" presName="vert1" presStyleCnt="0"/>
      <dgm:spPr/>
    </dgm:pt>
  </dgm:ptLst>
  <dgm:cxnLst>
    <dgm:cxn modelId="{6187BF12-01BA-45CD-90A1-FA8A0A5213E2}" srcId="{A56B23C0-C689-4A62-A4AC-5F4E840E21FB}" destId="{E5D74295-4F4A-46A3-ACE2-C3AA8BC09CE4}" srcOrd="2" destOrd="0" parTransId="{66185BB9-232F-4F5B-93E0-FB4E8012B7B6}" sibTransId="{4524115E-C615-457C-A0FB-710D1EAEE3C3}"/>
    <dgm:cxn modelId="{AB3E7162-2ABA-44E4-BE23-3C4C029963DC}" type="presOf" srcId="{CB9946D0-4C18-47E0-8311-4C948CAF4BF7}" destId="{4A3708E5-6EB4-48F2-904F-5A1F3D00B63A}" srcOrd="0" destOrd="0" presId="urn:microsoft.com/office/officeart/2008/layout/LinedList"/>
    <dgm:cxn modelId="{63723143-B47D-49BF-A9B1-2AFD733D4BE4}" type="presOf" srcId="{A56B23C0-C689-4A62-A4AC-5F4E840E21FB}" destId="{10B00036-22D1-4C80-8F84-B189D1454AA0}" srcOrd="0" destOrd="0" presId="urn:microsoft.com/office/officeart/2008/layout/LinedList"/>
    <dgm:cxn modelId="{85253A6C-C57D-4E0E-AD86-456EBC2B7264}" srcId="{A56B23C0-C689-4A62-A4AC-5F4E840E21FB}" destId="{E0BBC48D-3011-4331-832D-A3BDA415B881}" srcOrd="3" destOrd="0" parTransId="{89901ADE-B3D8-47F4-B703-34E2F414904F}" sibTransId="{DEBC18CA-F423-4589-BD1C-897F5384AA1F}"/>
    <dgm:cxn modelId="{0804C077-130D-40C8-88AD-D1FF10DEC6F3}" type="presOf" srcId="{E0BBC48D-3011-4331-832D-A3BDA415B881}" destId="{8194E1BB-EE4F-4A5B-B9E6-F482F4E63464}" srcOrd="0" destOrd="0" presId="urn:microsoft.com/office/officeart/2008/layout/LinedList"/>
    <dgm:cxn modelId="{D1ED0B87-94E1-4987-A5EC-6A2DDAD6815F}" type="presOf" srcId="{71B0AFB5-DF52-48ED-8EFF-386B52DCFCE5}" destId="{FF686AF3-8FA9-4C88-9A8C-C1F1866F10D2}" srcOrd="0" destOrd="0" presId="urn:microsoft.com/office/officeart/2008/layout/LinedList"/>
    <dgm:cxn modelId="{B1E760A1-4A9C-47F5-A282-A5F5634B43EC}" srcId="{A56B23C0-C689-4A62-A4AC-5F4E840E21FB}" destId="{71B0AFB5-DF52-48ED-8EFF-386B52DCFCE5}" srcOrd="4" destOrd="0" parTransId="{B7F095DF-C8CD-4446-8BAF-1855A378C5FD}" sibTransId="{9194465A-13AD-4D5E-B4F4-1E706339541A}"/>
    <dgm:cxn modelId="{8F6727AB-A410-4294-BC30-626CD4A489DC}" srcId="{A56B23C0-C689-4A62-A4AC-5F4E840E21FB}" destId="{D8C4C83F-343C-43BF-A66B-3F39C44CD811}" srcOrd="0" destOrd="0" parTransId="{9433E8AA-C4D4-46FD-B209-95B8BAA4B3F1}" sibTransId="{022B20C3-BA92-45D8-A3F6-475F2D68FCA1}"/>
    <dgm:cxn modelId="{95ECD4B2-4EF7-4762-B18C-3E4D7AAB671E}" type="presOf" srcId="{D8C4C83F-343C-43BF-A66B-3F39C44CD811}" destId="{18502CF4-1510-42D4-AD5A-EEFCA9F24AE4}" srcOrd="0" destOrd="0" presId="urn:microsoft.com/office/officeart/2008/layout/LinedList"/>
    <dgm:cxn modelId="{509729CA-196B-4DB2-A45D-EB1641977D4B}" type="presOf" srcId="{E5D74295-4F4A-46A3-ACE2-C3AA8BC09CE4}" destId="{5ED04B82-4618-44FB-B2E2-5ED48AC2A1EC}" srcOrd="0" destOrd="0" presId="urn:microsoft.com/office/officeart/2008/layout/LinedList"/>
    <dgm:cxn modelId="{BA00BDCB-0C8F-4CD7-84A3-6B3F5B333B9E}" srcId="{A56B23C0-C689-4A62-A4AC-5F4E840E21FB}" destId="{CB9946D0-4C18-47E0-8311-4C948CAF4BF7}" srcOrd="1" destOrd="0" parTransId="{C67DB45B-588B-40D1-ADC5-88819B026D75}" sibTransId="{04FCABAD-672E-422B-89FD-7861E9231559}"/>
    <dgm:cxn modelId="{695BC17A-CA5B-4CB2-BD67-D423553B3166}" type="presParOf" srcId="{10B00036-22D1-4C80-8F84-B189D1454AA0}" destId="{86C9380E-6301-4460-91EF-5CE70BEC7F1F}" srcOrd="0" destOrd="0" presId="urn:microsoft.com/office/officeart/2008/layout/LinedList"/>
    <dgm:cxn modelId="{892F588F-936B-4D51-AD13-A37487030A89}" type="presParOf" srcId="{10B00036-22D1-4C80-8F84-B189D1454AA0}" destId="{853806A4-463D-428D-AB44-9697068C4F30}" srcOrd="1" destOrd="0" presId="urn:microsoft.com/office/officeart/2008/layout/LinedList"/>
    <dgm:cxn modelId="{A368A236-E4A8-47A4-B286-52B466D9265D}" type="presParOf" srcId="{853806A4-463D-428D-AB44-9697068C4F30}" destId="{18502CF4-1510-42D4-AD5A-EEFCA9F24AE4}" srcOrd="0" destOrd="0" presId="urn:microsoft.com/office/officeart/2008/layout/LinedList"/>
    <dgm:cxn modelId="{081755F0-02A0-4480-B84A-19EF6853D1D9}" type="presParOf" srcId="{853806A4-463D-428D-AB44-9697068C4F30}" destId="{400B67A2-0793-46FF-BA91-1005E9A4D1D9}" srcOrd="1" destOrd="0" presId="urn:microsoft.com/office/officeart/2008/layout/LinedList"/>
    <dgm:cxn modelId="{38851BE1-77B9-40CD-BC7F-55CE705C68C6}" type="presParOf" srcId="{10B00036-22D1-4C80-8F84-B189D1454AA0}" destId="{0DC5DB6B-2876-4AA9-955F-E820335B798C}" srcOrd="2" destOrd="0" presId="urn:microsoft.com/office/officeart/2008/layout/LinedList"/>
    <dgm:cxn modelId="{F00458E5-F2C7-42F7-82A5-9A96FC399D61}" type="presParOf" srcId="{10B00036-22D1-4C80-8F84-B189D1454AA0}" destId="{625515B8-8371-4F35-9368-0E77A04B31DB}" srcOrd="3" destOrd="0" presId="urn:microsoft.com/office/officeart/2008/layout/LinedList"/>
    <dgm:cxn modelId="{4560D2DD-8185-4B7F-A17B-04FD6658183A}" type="presParOf" srcId="{625515B8-8371-4F35-9368-0E77A04B31DB}" destId="{4A3708E5-6EB4-48F2-904F-5A1F3D00B63A}" srcOrd="0" destOrd="0" presId="urn:microsoft.com/office/officeart/2008/layout/LinedList"/>
    <dgm:cxn modelId="{03E0823F-4D32-42EA-BD54-7FBBA9BBC961}" type="presParOf" srcId="{625515B8-8371-4F35-9368-0E77A04B31DB}" destId="{CEA4E3DF-B5C3-4404-8376-5DBCB4F3905A}" srcOrd="1" destOrd="0" presId="urn:microsoft.com/office/officeart/2008/layout/LinedList"/>
    <dgm:cxn modelId="{32C2C6E3-FB24-426D-9592-4DCBBB0F1361}" type="presParOf" srcId="{10B00036-22D1-4C80-8F84-B189D1454AA0}" destId="{D0342918-1C81-46CA-B341-906D974209CA}" srcOrd="4" destOrd="0" presId="urn:microsoft.com/office/officeart/2008/layout/LinedList"/>
    <dgm:cxn modelId="{7EE198F3-A53C-4C26-A12B-84AC0E14BA40}" type="presParOf" srcId="{10B00036-22D1-4C80-8F84-B189D1454AA0}" destId="{88B85876-FBBF-4221-AE82-ABA393791911}" srcOrd="5" destOrd="0" presId="urn:microsoft.com/office/officeart/2008/layout/LinedList"/>
    <dgm:cxn modelId="{F3D70E6F-97A6-49C6-ACCB-D28641F54515}" type="presParOf" srcId="{88B85876-FBBF-4221-AE82-ABA393791911}" destId="{5ED04B82-4618-44FB-B2E2-5ED48AC2A1EC}" srcOrd="0" destOrd="0" presId="urn:microsoft.com/office/officeart/2008/layout/LinedList"/>
    <dgm:cxn modelId="{A271FD0E-7859-4608-B0B2-4D34AAE0BC70}" type="presParOf" srcId="{88B85876-FBBF-4221-AE82-ABA393791911}" destId="{384841A6-E748-4337-964A-59FA39C2053E}" srcOrd="1" destOrd="0" presId="urn:microsoft.com/office/officeart/2008/layout/LinedList"/>
    <dgm:cxn modelId="{5BE5C00E-1158-45CC-BC87-B6A2DF7D0595}" type="presParOf" srcId="{10B00036-22D1-4C80-8F84-B189D1454AA0}" destId="{F8303318-6F87-4C26-A552-3F3F71D257AC}" srcOrd="6" destOrd="0" presId="urn:microsoft.com/office/officeart/2008/layout/LinedList"/>
    <dgm:cxn modelId="{1E1F853F-718F-476B-A902-DB9458A7F69E}" type="presParOf" srcId="{10B00036-22D1-4C80-8F84-B189D1454AA0}" destId="{769706FA-203F-421A-9C90-919EC2720CAA}" srcOrd="7" destOrd="0" presId="urn:microsoft.com/office/officeart/2008/layout/LinedList"/>
    <dgm:cxn modelId="{D8DAF0FF-FCB8-4304-9523-22E990990680}" type="presParOf" srcId="{769706FA-203F-421A-9C90-919EC2720CAA}" destId="{8194E1BB-EE4F-4A5B-B9E6-F482F4E63464}" srcOrd="0" destOrd="0" presId="urn:microsoft.com/office/officeart/2008/layout/LinedList"/>
    <dgm:cxn modelId="{6CA91F93-20B8-452F-9D76-5F4F9A98BE4D}" type="presParOf" srcId="{769706FA-203F-421A-9C90-919EC2720CAA}" destId="{0E0F31E8-D87C-4668-B0F5-2B9BA525902A}" srcOrd="1" destOrd="0" presId="urn:microsoft.com/office/officeart/2008/layout/LinedList"/>
    <dgm:cxn modelId="{DDDB6120-8A45-47E5-8937-BD706DD4FAE6}" type="presParOf" srcId="{10B00036-22D1-4C80-8F84-B189D1454AA0}" destId="{47C49E98-ADFD-47BB-9234-BEB01D4784A5}" srcOrd="8" destOrd="0" presId="urn:microsoft.com/office/officeart/2008/layout/LinedList"/>
    <dgm:cxn modelId="{9EC27C33-78B2-4265-87EB-CF1E53635572}" type="presParOf" srcId="{10B00036-22D1-4C80-8F84-B189D1454AA0}" destId="{E1F334FE-D49E-4AF2-AC4D-39536B933EE5}" srcOrd="9" destOrd="0" presId="urn:microsoft.com/office/officeart/2008/layout/LinedList"/>
    <dgm:cxn modelId="{85DA865B-F65B-46DA-8970-B1AD1EFE2965}" type="presParOf" srcId="{E1F334FE-D49E-4AF2-AC4D-39536B933EE5}" destId="{FF686AF3-8FA9-4C88-9A8C-C1F1866F10D2}" srcOrd="0" destOrd="0" presId="urn:microsoft.com/office/officeart/2008/layout/LinedList"/>
    <dgm:cxn modelId="{E548DBFB-ACBD-4139-9473-7BEB8264AC86}" type="presParOf" srcId="{E1F334FE-D49E-4AF2-AC4D-39536B933EE5}" destId="{1F8DE8E9-CA21-4CF7-972D-8DE16C87B3C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CB127A-399D-4A97-BC2A-E78A105D456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630A085F-D597-4B84-BFE8-CA92F3F72A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Input: 'How to fix circuit error?'</a:t>
          </a:r>
        </a:p>
      </dgm:t>
    </dgm:pt>
    <dgm:pt modelId="{1BF90E1F-6947-4ED5-85FC-A89B9815984E}" type="parTrans" cxnId="{71620C65-28AE-4E96-AEC5-99C7A143A458}">
      <dgm:prSet/>
      <dgm:spPr/>
      <dgm:t>
        <a:bodyPr/>
        <a:lstStyle/>
        <a:p>
          <a:endParaRPr lang="en-US"/>
        </a:p>
      </dgm:t>
    </dgm:pt>
    <dgm:pt modelId="{D7B000CF-27BD-4EFD-9755-F4AC83E3F93B}" type="sibTrans" cxnId="{71620C65-28AE-4E96-AEC5-99C7A143A458}">
      <dgm:prSet/>
      <dgm:spPr/>
      <dgm:t>
        <a:bodyPr/>
        <a:lstStyle/>
        <a:p>
          <a:endParaRPr lang="en-US"/>
        </a:p>
      </dgm:t>
    </dgm:pt>
    <dgm:pt modelId="{E968BAED-6039-468B-9E8C-B3EA0549B9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Output: Electrical Engineering</a:t>
          </a:r>
        </a:p>
      </dgm:t>
    </dgm:pt>
    <dgm:pt modelId="{E03726DF-D5C1-4019-BF62-C41527ED3AF9}" type="parTrans" cxnId="{F8259161-7150-40D1-8503-B61B9E99A69F}">
      <dgm:prSet/>
      <dgm:spPr/>
      <dgm:t>
        <a:bodyPr/>
        <a:lstStyle/>
        <a:p>
          <a:endParaRPr lang="en-US"/>
        </a:p>
      </dgm:t>
    </dgm:pt>
    <dgm:pt modelId="{14FE3726-7F71-4CF7-9ED8-70EAD632505E}" type="sibTrans" cxnId="{F8259161-7150-40D1-8503-B61B9E99A69F}">
      <dgm:prSet/>
      <dgm:spPr/>
      <dgm:t>
        <a:bodyPr/>
        <a:lstStyle/>
        <a:p>
          <a:endParaRPr lang="en-US"/>
        </a:p>
      </dgm:t>
    </dgm:pt>
    <dgm:pt modelId="{1E8EEFA4-AAB6-43D0-95FF-353A59212C3D}" type="pres">
      <dgm:prSet presAssocID="{71CB127A-399D-4A97-BC2A-E78A105D456F}" presName="root" presStyleCnt="0">
        <dgm:presLayoutVars>
          <dgm:dir/>
          <dgm:resizeHandles val="exact"/>
        </dgm:presLayoutVars>
      </dgm:prSet>
      <dgm:spPr/>
    </dgm:pt>
    <dgm:pt modelId="{E4AFA7CC-D9F3-4804-90CE-3ADF8514FF21}" type="pres">
      <dgm:prSet presAssocID="{630A085F-D597-4B84-BFE8-CA92F3F72A9E}" presName="compNode" presStyleCnt="0"/>
      <dgm:spPr/>
    </dgm:pt>
    <dgm:pt modelId="{5CE156F3-0E33-4E68-93AE-3C90841294A8}" type="pres">
      <dgm:prSet presAssocID="{630A085F-D597-4B84-BFE8-CA92F3F72A9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معالج"/>
        </a:ext>
      </dgm:extLst>
    </dgm:pt>
    <dgm:pt modelId="{BD496FA8-E13C-4936-8DE0-02CB7A44923C}" type="pres">
      <dgm:prSet presAssocID="{630A085F-D597-4B84-BFE8-CA92F3F72A9E}" presName="spaceRect" presStyleCnt="0"/>
      <dgm:spPr/>
    </dgm:pt>
    <dgm:pt modelId="{510B7B57-6C63-45DD-814C-FE704B14B32A}" type="pres">
      <dgm:prSet presAssocID="{630A085F-D597-4B84-BFE8-CA92F3F72A9E}" presName="textRect" presStyleLbl="revTx" presStyleIdx="0" presStyleCnt="2">
        <dgm:presLayoutVars>
          <dgm:chMax val="1"/>
          <dgm:chPref val="1"/>
        </dgm:presLayoutVars>
      </dgm:prSet>
      <dgm:spPr/>
    </dgm:pt>
    <dgm:pt modelId="{6700C36D-B399-4357-BCFA-70677567CD8B}" type="pres">
      <dgm:prSet presAssocID="{D7B000CF-27BD-4EFD-9755-F4AC83E3F93B}" presName="sibTrans" presStyleCnt="0"/>
      <dgm:spPr/>
    </dgm:pt>
    <dgm:pt modelId="{44E2385A-09BB-4A8D-89A5-D89BD51F67DB}" type="pres">
      <dgm:prSet presAssocID="{E968BAED-6039-468B-9E8C-B3EA0549B921}" presName="compNode" presStyleCnt="0"/>
      <dgm:spPr/>
    </dgm:pt>
    <dgm:pt modelId="{53E2D936-24DE-4D40-A248-FA51816AEF03}" type="pres">
      <dgm:prSet presAssocID="{E968BAED-6039-468B-9E8C-B3EA0549B92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E83A50F0-01EA-468A-8EB5-A1DF2FE02EDC}" type="pres">
      <dgm:prSet presAssocID="{E968BAED-6039-468B-9E8C-B3EA0549B921}" presName="spaceRect" presStyleCnt="0"/>
      <dgm:spPr/>
    </dgm:pt>
    <dgm:pt modelId="{A28BBC96-648E-4D71-819C-34DC16BE5CE7}" type="pres">
      <dgm:prSet presAssocID="{E968BAED-6039-468B-9E8C-B3EA0549B92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B97D601-31F7-429C-818E-B4089E86E646}" type="presOf" srcId="{E968BAED-6039-468B-9E8C-B3EA0549B921}" destId="{A28BBC96-648E-4D71-819C-34DC16BE5CE7}" srcOrd="0" destOrd="0" presId="urn:microsoft.com/office/officeart/2018/2/layout/IconLabelList"/>
    <dgm:cxn modelId="{E261BC1A-1FBA-4B1B-AB67-52AF3251DA37}" type="presOf" srcId="{71CB127A-399D-4A97-BC2A-E78A105D456F}" destId="{1E8EEFA4-AAB6-43D0-95FF-353A59212C3D}" srcOrd="0" destOrd="0" presId="urn:microsoft.com/office/officeart/2018/2/layout/IconLabelList"/>
    <dgm:cxn modelId="{F8259161-7150-40D1-8503-B61B9E99A69F}" srcId="{71CB127A-399D-4A97-BC2A-E78A105D456F}" destId="{E968BAED-6039-468B-9E8C-B3EA0549B921}" srcOrd="1" destOrd="0" parTransId="{E03726DF-D5C1-4019-BF62-C41527ED3AF9}" sibTransId="{14FE3726-7F71-4CF7-9ED8-70EAD632505E}"/>
    <dgm:cxn modelId="{71620C65-28AE-4E96-AEC5-99C7A143A458}" srcId="{71CB127A-399D-4A97-BC2A-E78A105D456F}" destId="{630A085F-D597-4B84-BFE8-CA92F3F72A9E}" srcOrd="0" destOrd="0" parTransId="{1BF90E1F-6947-4ED5-85FC-A89B9815984E}" sibTransId="{D7B000CF-27BD-4EFD-9755-F4AC83E3F93B}"/>
    <dgm:cxn modelId="{1D58904B-B21E-44AD-A27C-B47534E08CB3}" type="presOf" srcId="{630A085F-D597-4B84-BFE8-CA92F3F72A9E}" destId="{510B7B57-6C63-45DD-814C-FE704B14B32A}" srcOrd="0" destOrd="0" presId="urn:microsoft.com/office/officeart/2018/2/layout/IconLabelList"/>
    <dgm:cxn modelId="{FA9E21FB-E014-4A10-AED6-91FDF3092806}" type="presParOf" srcId="{1E8EEFA4-AAB6-43D0-95FF-353A59212C3D}" destId="{E4AFA7CC-D9F3-4804-90CE-3ADF8514FF21}" srcOrd="0" destOrd="0" presId="urn:microsoft.com/office/officeart/2018/2/layout/IconLabelList"/>
    <dgm:cxn modelId="{E03BF448-E1A5-411F-B50D-6FCABC3C9FE4}" type="presParOf" srcId="{E4AFA7CC-D9F3-4804-90CE-3ADF8514FF21}" destId="{5CE156F3-0E33-4E68-93AE-3C90841294A8}" srcOrd="0" destOrd="0" presId="urn:microsoft.com/office/officeart/2018/2/layout/IconLabelList"/>
    <dgm:cxn modelId="{CEE1A445-920A-4650-A5EF-148A571932E7}" type="presParOf" srcId="{E4AFA7CC-D9F3-4804-90CE-3ADF8514FF21}" destId="{BD496FA8-E13C-4936-8DE0-02CB7A44923C}" srcOrd="1" destOrd="0" presId="urn:microsoft.com/office/officeart/2018/2/layout/IconLabelList"/>
    <dgm:cxn modelId="{2E26718C-D183-4492-9376-20A0C484D3F0}" type="presParOf" srcId="{E4AFA7CC-D9F3-4804-90CE-3ADF8514FF21}" destId="{510B7B57-6C63-45DD-814C-FE704B14B32A}" srcOrd="2" destOrd="0" presId="urn:microsoft.com/office/officeart/2018/2/layout/IconLabelList"/>
    <dgm:cxn modelId="{59C3ED50-748B-4029-B0C8-1C9FFCD39DC4}" type="presParOf" srcId="{1E8EEFA4-AAB6-43D0-95FF-353A59212C3D}" destId="{6700C36D-B399-4357-BCFA-70677567CD8B}" srcOrd="1" destOrd="0" presId="urn:microsoft.com/office/officeart/2018/2/layout/IconLabelList"/>
    <dgm:cxn modelId="{6874A485-2481-4500-985C-72DD5520EF51}" type="presParOf" srcId="{1E8EEFA4-AAB6-43D0-95FF-353A59212C3D}" destId="{44E2385A-09BB-4A8D-89A5-D89BD51F67DB}" srcOrd="2" destOrd="0" presId="urn:microsoft.com/office/officeart/2018/2/layout/IconLabelList"/>
    <dgm:cxn modelId="{271490F1-A69D-4CA2-9413-E153B0FEBFD9}" type="presParOf" srcId="{44E2385A-09BB-4A8D-89A5-D89BD51F67DB}" destId="{53E2D936-24DE-4D40-A248-FA51816AEF03}" srcOrd="0" destOrd="0" presId="urn:microsoft.com/office/officeart/2018/2/layout/IconLabelList"/>
    <dgm:cxn modelId="{D82C1083-B10E-49DA-BAC4-7EE4E80A3ABF}" type="presParOf" srcId="{44E2385A-09BB-4A8D-89A5-D89BD51F67DB}" destId="{E83A50F0-01EA-468A-8EB5-A1DF2FE02EDC}" srcOrd="1" destOrd="0" presId="urn:microsoft.com/office/officeart/2018/2/layout/IconLabelList"/>
    <dgm:cxn modelId="{63C18DA8-587F-470D-9123-B2E73E7917F3}" type="presParOf" srcId="{44E2385A-09BB-4A8D-89A5-D89BD51F67DB}" destId="{A28BBC96-648E-4D71-819C-34DC16BE5C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B0EBB0E-9828-493E-ACD3-AF62D78C40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C7342B8-3F2D-4715-A800-C2DC5EF6EAB5}">
      <dgm:prSet/>
      <dgm:spPr/>
      <dgm:t>
        <a:bodyPr/>
        <a:lstStyle/>
        <a:p>
          <a:r>
            <a:rPr lang="en-US"/>
            <a:t>Saves time</a:t>
          </a:r>
        </a:p>
      </dgm:t>
    </dgm:pt>
    <dgm:pt modelId="{747F4A58-2598-4E03-9972-708CDEE81964}" type="parTrans" cxnId="{694F0485-5874-40E9-9057-DEFE88C642C4}">
      <dgm:prSet/>
      <dgm:spPr/>
      <dgm:t>
        <a:bodyPr/>
        <a:lstStyle/>
        <a:p>
          <a:endParaRPr lang="en-US"/>
        </a:p>
      </dgm:t>
    </dgm:pt>
    <dgm:pt modelId="{A4B123E8-2BFD-4601-8FB1-17E9F6770BF4}" type="sibTrans" cxnId="{694F0485-5874-40E9-9057-DEFE88C642C4}">
      <dgm:prSet/>
      <dgm:spPr/>
      <dgm:t>
        <a:bodyPr/>
        <a:lstStyle/>
        <a:p>
          <a:endParaRPr lang="en-US"/>
        </a:p>
      </dgm:t>
    </dgm:pt>
    <dgm:pt modelId="{DC57FB79-A338-43F2-8629-607F49062A5B}">
      <dgm:prSet/>
      <dgm:spPr/>
      <dgm:t>
        <a:bodyPr/>
        <a:lstStyle/>
        <a:p>
          <a:r>
            <a:rPr lang="en-US"/>
            <a:t>Easy to use</a:t>
          </a:r>
        </a:p>
      </dgm:t>
    </dgm:pt>
    <dgm:pt modelId="{C68A10C9-0EF2-4F77-AE6A-4855FC9507B4}" type="parTrans" cxnId="{C61D0408-8BB9-4A1B-8CC1-CA0E93D4B0B3}">
      <dgm:prSet/>
      <dgm:spPr/>
      <dgm:t>
        <a:bodyPr/>
        <a:lstStyle/>
        <a:p>
          <a:endParaRPr lang="en-US"/>
        </a:p>
      </dgm:t>
    </dgm:pt>
    <dgm:pt modelId="{246DAF24-0F84-45AE-BCF5-91C2BA856BE5}" type="sibTrans" cxnId="{C61D0408-8BB9-4A1B-8CC1-CA0E93D4B0B3}">
      <dgm:prSet/>
      <dgm:spPr/>
      <dgm:t>
        <a:bodyPr/>
        <a:lstStyle/>
        <a:p>
          <a:endParaRPr lang="en-US"/>
        </a:p>
      </dgm:t>
    </dgm:pt>
    <dgm:pt modelId="{4DFA06DC-A486-46A9-9000-D08976AE3F3A}">
      <dgm:prSet/>
      <dgm:spPr/>
      <dgm:t>
        <a:bodyPr/>
        <a:lstStyle/>
        <a:p>
          <a:r>
            <a:rPr lang="en-US"/>
            <a:t>Organizes data</a:t>
          </a:r>
        </a:p>
      </dgm:t>
    </dgm:pt>
    <dgm:pt modelId="{A9217EFE-6E56-4F4A-B608-A1DA7263E60B}" type="parTrans" cxnId="{C72B2F81-2F35-430A-80C8-ED7E515A3D65}">
      <dgm:prSet/>
      <dgm:spPr/>
      <dgm:t>
        <a:bodyPr/>
        <a:lstStyle/>
        <a:p>
          <a:endParaRPr lang="en-US"/>
        </a:p>
      </dgm:t>
    </dgm:pt>
    <dgm:pt modelId="{C19324A8-2432-42F4-8215-3204D247D8C5}" type="sibTrans" cxnId="{C72B2F81-2F35-430A-80C8-ED7E515A3D65}">
      <dgm:prSet/>
      <dgm:spPr/>
      <dgm:t>
        <a:bodyPr/>
        <a:lstStyle/>
        <a:p>
          <a:endParaRPr lang="en-US"/>
        </a:p>
      </dgm:t>
    </dgm:pt>
    <dgm:pt modelId="{A25D92DE-0DE7-4A35-8157-5161DBBA9B43}">
      <dgm:prSet/>
      <dgm:spPr/>
      <dgm:t>
        <a:bodyPr/>
        <a:lstStyle/>
        <a:p>
          <a:r>
            <a:rPr lang="en-US"/>
            <a:t>Helpful for students</a:t>
          </a:r>
        </a:p>
      </dgm:t>
    </dgm:pt>
    <dgm:pt modelId="{65F32BA7-2599-411E-B1AE-FC98239C909B}" type="parTrans" cxnId="{D06BB65F-8EBA-4D0A-AFBE-7B3DE811434E}">
      <dgm:prSet/>
      <dgm:spPr/>
      <dgm:t>
        <a:bodyPr/>
        <a:lstStyle/>
        <a:p>
          <a:endParaRPr lang="en-US"/>
        </a:p>
      </dgm:t>
    </dgm:pt>
    <dgm:pt modelId="{674E2170-8C15-412B-9E41-B9DA7F177D64}" type="sibTrans" cxnId="{D06BB65F-8EBA-4D0A-AFBE-7B3DE811434E}">
      <dgm:prSet/>
      <dgm:spPr/>
      <dgm:t>
        <a:bodyPr/>
        <a:lstStyle/>
        <a:p>
          <a:endParaRPr lang="en-US"/>
        </a:p>
      </dgm:t>
    </dgm:pt>
    <dgm:pt modelId="{725AC723-15FB-481F-B83F-42ADF15A7535}" type="pres">
      <dgm:prSet presAssocID="{6B0EBB0E-9828-493E-ACD3-AF62D78C409F}" presName="root" presStyleCnt="0">
        <dgm:presLayoutVars>
          <dgm:dir/>
          <dgm:resizeHandles val="exact"/>
        </dgm:presLayoutVars>
      </dgm:prSet>
      <dgm:spPr/>
    </dgm:pt>
    <dgm:pt modelId="{F7E60F91-039D-443C-B156-71455754D6AB}" type="pres">
      <dgm:prSet presAssocID="{5C7342B8-3F2D-4715-A800-C2DC5EF6EAB5}" presName="compNode" presStyleCnt="0"/>
      <dgm:spPr/>
    </dgm:pt>
    <dgm:pt modelId="{6AF721E4-D9A2-4C00-80C6-D0BF2C1740AB}" type="pres">
      <dgm:prSet presAssocID="{5C7342B8-3F2D-4715-A800-C2DC5EF6EAB5}" presName="bgRect" presStyleLbl="bgShp" presStyleIdx="0" presStyleCnt="4"/>
      <dgm:spPr/>
    </dgm:pt>
    <dgm:pt modelId="{35B82765-EEC5-4E84-9B7C-09A270393D29}" type="pres">
      <dgm:prSet presAssocID="{5C7342B8-3F2D-4715-A800-C2DC5EF6EAB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ساعة توقيت"/>
        </a:ext>
      </dgm:extLst>
    </dgm:pt>
    <dgm:pt modelId="{5FB111E2-57E4-4986-A753-35B11B7D3056}" type="pres">
      <dgm:prSet presAssocID="{5C7342B8-3F2D-4715-A800-C2DC5EF6EAB5}" presName="spaceRect" presStyleCnt="0"/>
      <dgm:spPr/>
    </dgm:pt>
    <dgm:pt modelId="{40029CCC-0303-42B5-B8A2-CD3C3E78E344}" type="pres">
      <dgm:prSet presAssocID="{5C7342B8-3F2D-4715-A800-C2DC5EF6EAB5}" presName="parTx" presStyleLbl="revTx" presStyleIdx="0" presStyleCnt="4">
        <dgm:presLayoutVars>
          <dgm:chMax val="0"/>
          <dgm:chPref val="0"/>
        </dgm:presLayoutVars>
      </dgm:prSet>
      <dgm:spPr/>
    </dgm:pt>
    <dgm:pt modelId="{CFDB1D4F-7E02-45C2-9D00-C03B6A7E1F25}" type="pres">
      <dgm:prSet presAssocID="{A4B123E8-2BFD-4601-8FB1-17E9F6770BF4}" presName="sibTrans" presStyleCnt="0"/>
      <dgm:spPr/>
    </dgm:pt>
    <dgm:pt modelId="{DC448A85-611E-4B37-84D0-AE1526D2C95F}" type="pres">
      <dgm:prSet presAssocID="{DC57FB79-A338-43F2-8629-607F49062A5B}" presName="compNode" presStyleCnt="0"/>
      <dgm:spPr/>
    </dgm:pt>
    <dgm:pt modelId="{C12E0BD1-1A24-4826-9595-2492544AC1B4}" type="pres">
      <dgm:prSet presAssocID="{DC57FB79-A338-43F2-8629-607F49062A5B}" presName="bgRect" presStyleLbl="bgShp" presStyleIdx="1" presStyleCnt="4"/>
      <dgm:spPr/>
    </dgm:pt>
    <dgm:pt modelId="{DE7EBA78-7F4F-4841-A39C-1162BD39AD0D}" type="pres">
      <dgm:prSet presAssocID="{DC57FB79-A338-43F2-8629-607F49062A5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9BBC7DA-9BE3-4CFE-B3E7-14E2E6B718CE}" type="pres">
      <dgm:prSet presAssocID="{DC57FB79-A338-43F2-8629-607F49062A5B}" presName="spaceRect" presStyleCnt="0"/>
      <dgm:spPr/>
    </dgm:pt>
    <dgm:pt modelId="{A4BF3160-E196-453F-9571-06C9356510B6}" type="pres">
      <dgm:prSet presAssocID="{DC57FB79-A338-43F2-8629-607F49062A5B}" presName="parTx" presStyleLbl="revTx" presStyleIdx="1" presStyleCnt="4">
        <dgm:presLayoutVars>
          <dgm:chMax val="0"/>
          <dgm:chPref val="0"/>
        </dgm:presLayoutVars>
      </dgm:prSet>
      <dgm:spPr/>
    </dgm:pt>
    <dgm:pt modelId="{80B8F916-CC2E-471D-A169-BEEF57EDFE25}" type="pres">
      <dgm:prSet presAssocID="{246DAF24-0F84-45AE-BCF5-91C2BA856BE5}" presName="sibTrans" presStyleCnt="0"/>
      <dgm:spPr/>
    </dgm:pt>
    <dgm:pt modelId="{07582E31-32FF-43E8-AC34-7AC04FB3709C}" type="pres">
      <dgm:prSet presAssocID="{4DFA06DC-A486-46A9-9000-D08976AE3F3A}" presName="compNode" presStyleCnt="0"/>
      <dgm:spPr/>
    </dgm:pt>
    <dgm:pt modelId="{F1C36C11-5866-4DC0-8615-A6DF9E85392D}" type="pres">
      <dgm:prSet presAssocID="{4DFA06DC-A486-46A9-9000-D08976AE3F3A}" presName="bgRect" presStyleLbl="bgShp" presStyleIdx="2" presStyleCnt="4"/>
      <dgm:spPr/>
    </dgm:pt>
    <dgm:pt modelId="{084AB5F4-F06C-4320-88BE-8C68716B2ABC}" type="pres">
      <dgm:prSet presAssocID="{4DFA06DC-A486-46A9-9000-D08976AE3F3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قاعدة بيانات"/>
        </a:ext>
      </dgm:extLst>
    </dgm:pt>
    <dgm:pt modelId="{02933DE0-3988-495C-9792-1D380F145D7F}" type="pres">
      <dgm:prSet presAssocID="{4DFA06DC-A486-46A9-9000-D08976AE3F3A}" presName="spaceRect" presStyleCnt="0"/>
      <dgm:spPr/>
    </dgm:pt>
    <dgm:pt modelId="{228B34DF-ABE7-4C51-A117-CBDA982D4322}" type="pres">
      <dgm:prSet presAssocID="{4DFA06DC-A486-46A9-9000-D08976AE3F3A}" presName="parTx" presStyleLbl="revTx" presStyleIdx="2" presStyleCnt="4">
        <dgm:presLayoutVars>
          <dgm:chMax val="0"/>
          <dgm:chPref val="0"/>
        </dgm:presLayoutVars>
      </dgm:prSet>
      <dgm:spPr/>
    </dgm:pt>
    <dgm:pt modelId="{60B1F496-7185-4F78-927D-6293AC13FC3E}" type="pres">
      <dgm:prSet presAssocID="{C19324A8-2432-42F4-8215-3204D247D8C5}" presName="sibTrans" presStyleCnt="0"/>
      <dgm:spPr/>
    </dgm:pt>
    <dgm:pt modelId="{7080FDC1-7857-4C2F-B065-0AF40DDB419C}" type="pres">
      <dgm:prSet presAssocID="{A25D92DE-0DE7-4A35-8157-5161DBBA9B43}" presName="compNode" presStyleCnt="0"/>
      <dgm:spPr/>
    </dgm:pt>
    <dgm:pt modelId="{3DB6C7C4-BB87-4D9A-9354-BDF225F496ED}" type="pres">
      <dgm:prSet presAssocID="{A25D92DE-0DE7-4A35-8157-5161DBBA9B43}" presName="bgRect" presStyleLbl="bgShp" presStyleIdx="3" presStyleCnt="4"/>
      <dgm:spPr/>
    </dgm:pt>
    <dgm:pt modelId="{E9B9D303-634E-412B-8641-17B3FBEB875C}" type="pres">
      <dgm:prSet presAssocID="{A25D92DE-0DE7-4A35-8157-5161DBBA9B4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كتب"/>
        </a:ext>
      </dgm:extLst>
    </dgm:pt>
    <dgm:pt modelId="{061FB4C3-1186-407D-B229-3A6BA56B9EAF}" type="pres">
      <dgm:prSet presAssocID="{A25D92DE-0DE7-4A35-8157-5161DBBA9B43}" presName="spaceRect" presStyleCnt="0"/>
      <dgm:spPr/>
    </dgm:pt>
    <dgm:pt modelId="{13FE90EB-57A9-40D5-95A4-8C183ADCED61}" type="pres">
      <dgm:prSet presAssocID="{A25D92DE-0DE7-4A35-8157-5161DBBA9B4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61D0408-8BB9-4A1B-8CC1-CA0E93D4B0B3}" srcId="{6B0EBB0E-9828-493E-ACD3-AF62D78C409F}" destId="{DC57FB79-A338-43F2-8629-607F49062A5B}" srcOrd="1" destOrd="0" parTransId="{C68A10C9-0EF2-4F77-AE6A-4855FC9507B4}" sibTransId="{246DAF24-0F84-45AE-BCF5-91C2BA856BE5}"/>
    <dgm:cxn modelId="{D1779311-97C2-43DC-80E2-867572494905}" type="presOf" srcId="{5C7342B8-3F2D-4715-A800-C2DC5EF6EAB5}" destId="{40029CCC-0303-42B5-B8A2-CD3C3E78E344}" srcOrd="0" destOrd="0" presId="urn:microsoft.com/office/officeart/2018/2/layout/IconVerticalSolidList"/>
    <dgm:cxn modelId="{D06BB65F-8EBA-4D0A-AFBE-7B3DE811434E}" srcId="{6B0EBB0E-9828-493E-ACD3-AF62D78C409F}" destId="{A25D92DE-0DE7-4A35-8157-5161DBBA9B43}" srcOrd="3" destOrd="0" parTransId="{65F32BA7-2599-411E-B1AE-FC98239C909B}" sibTransId="{674E2170-8C15-412B-9E41-B9DA7F177D64}"/>
    <dgm:cxn modelId="{A93D4443-3276-4C62-85CB-8C48240FF609}" type="presOf" srcId="{DC57FB79-A338-43F2-8629-607F49062A5B}" destId="{A4BF3160-E196-453F-9571-06C9356510B6}" srcOrd="0" destOrd="0" presId="urn:microsoft.com/office/officeart/2018/2/layout/IconVerticalSolidList"/>
    <dgm:cxn modelId="{468E7D63-A2B1-4B7F-BB52-DA47AD638CDD}" type="presOf" srcId="{6B0EBB0E-9828-493E-ACD3-AF62D78C409F}" destId="{725AC723-15FB-481F-B83F-42ADF15A7535}" srcOrd="0" destOrd="0" presId="urn:microsoft.com/office/officeart/2018/2/layout/IconVerticalSolidList"/>
    <dgm:cxn modelId="{C72B2F81-2F35-430A-80C8-ED7E515A3D65}" srcId="{6B0EBB0E-9828-493E-ACD3-AF62D78C409F}" destId="{4DFA06DC-A486-46A9-9000-D08976AE3F3A}" srcOrd="2" destOrd="0" parTransId="{A9217EFE-6E56-4F4A-B608-A1DA7263E60B}" sibTransId="{C19324A8-2432-42F4-8215-3204D247D8C5}"/>
    <dgm:cxn modelId="{694F0485-5874-40E9-9057-DEFE88C642C4}" srcId="{6B0EBB0E-9828-493E-ACD3-AF62D78C409F}" destId="{5C7342B8-3F2D-4715-A800-C2DC5EF6EAB5}" srcOrd="0" destOrd="0" parTransId="{747F4A58-2598-4E03-9972-708CDEE81964}" sibTransId="{A4B123E8-2BFD-4601-8FB1-17E9F6770BF4}"/>
    <dgm:cxn modelId="{0BE32295-4404-49F8-B6CC-9DB11EE250CF}" type="presOf" srcId="{4DFA06DC-A486-46A9-9000-D08976AE3F3A}" destId="{228B34DF-ABE7-4C51-A117-CBDA982D4322}" srcOrd="0" destOrd="0" presId="urn:microsoft.com/office/officeart/2018/2/layout/IconVerticalSolidList"/>
    <dgm:cxn modelId="{4EB3D7AA-3582-4339-A0CF-030076A47281}" type="presOf" srcId="{A25D92DE-0DE7-4A35-8157-5161DBBA9B43}" destId="{13FE90EB-57A9-40D5-95A4-8C183ADCED61}" srcOrd="0" destOrd="0" presId="urn:microsoft.com/office/officeart/2018/2/layout/IconVerticalSolidList"/>
    <dgm:cxn modelId="{74A22774-43BE-4BA4-8730-E313F4DB5B3D}" type="presParOf" srcId="{725AC723-15FB-481F-B83F-42ADF15A7535}" destId="{F7E60F91-039D-443C-B156-71455754D6AB}" srcOrd="0" destOrd="0" presId="urn:microsoft.com/office/officeart/2018/2/layout/IconVerticalSolidList"/>
    <dgm:cxn modelId="{DDC931C8-07EA-4EE8-B1F3-EE1B9BB8BD1C}" type="presParOf" srcId="{F7E60F91-039D-443C-B156-71455754D6AB}" destId="{6AF721E4-D9A2-4C00-80C6-D0BF2C1740AB}" srcOrd="0" destOrd="0" presId="urn:microsoft.com/office/officeart/2018/2/layout/IconVerticalSolidList"/>
    <dgm:cxn modelId="{52CBB42B-BBEB-4C32-B898-2AC4F3D3860F}" type="presParOf" srcId="{F7E60F91-039D-443C-B156-71455754D6AB}" destId="{35B82765-EEC5-4E84-9B7C-09A270393D29}" srcOrd="1" destOrd="0" presId="urn:microsoft.com/office/officeart/2018/2/layout/IconVerticalSolidList"/>
    <dgm:cxn modelId="{5B3DF4FE-D6D2-4B35-9AA2-9CA8FD95308D}" type="presParOf" srcId="{F7E60F91-039D-443C-B156-71455754D6AB}" destId="{5FB111E2-57E4-4986-A753-35B11B7D3056}" srcOrd="2" destOrd="0" presId="urn:microsoft.com/office/officeart/2018/2/layout/IconVerticalSolidList"/>
    <dgm:cxn modelId="{6E62E1F0-235A-4C30-8197-A1AF270BA6C4}" type="presParOf" srcId="{F7E60F91-039D-443C-B156-71455754D6AB}" destId="{40029CCC-0303-42B5-B8A2-CD3C3E78E344}" srcOrd="3" destOrd="0" presId="urn:microsoft.com/office/officeart/2018/2/layout/IconVerticalSolidList"/>
    <dgm:cxn modelId="{4960C069-9674-4F88-AE6E-FD38AB7E440D}" type="presParOf" srcId="{725AC723-15FB-481F-B83F-42ADF15A7535}" destId="{CFDB1D4F-7E02-45C2-9D00-C03B6A7E1F25}" srcOrd="1" destOrd="0" presId="urn:microsoft.com/office/officeart/2018/2/layout/IconVerticalSolidList"/>
    <dgm:cxn modelId="{01D28824-5BFC-49F9-BB44-C4FB62F1ADD9}" type="presParOf" srcId="{725AC723-15FB-481F-B83F-42ADF15A7535}" destId="{DC448A85-611E-4B37-84D0-AE1526D2C95F}" srcOrd="2" destOrd="0" presId="urn:microsoft.com/office/officeart/2018/2/layout/IconVerticalSolidList"/>
    <dgm:cxn modelId="{B12E97AA-9084-40A6-8203-2CFD58788064}" type="presParOf" srcId="{DC448A85-611E-4B37-84D0-AE1526D2C95F}" destId="{C12E0BD1-1A24-4826-9595-2492544AC1B4}" srcOrd="0" destOrd="0" presId="urn:microsoft.com/office/officeart/2018/2/layout/IconVerticalSolidList"/>
    <dgm:cxn modelId="{85B4C87D-78B5-4062-96D7-35117CB43A8A}" type="presParOf" srcId="{DC448A85-611E-4B37-84D0-AE1526D2C95F}" destId="{DE7EBA78-7F4F-4841-A39C-1162BD39AD0D}" srcOrd="1" destOrd="0" presId="urn:microsoft.com/office/officeart/2018/2/layout/IconVerticalSolidList"/>
    <dgm:cxn modelId="{18EA21BE-267A-4B31-B863-CE056851C722}" type="presParOf" srcId="{DC448A85-611E-4B37-84D0-AE1526D2C95F}" destId="{89BBC7DA-9BE3-4CFE-B3E7-14E2E6B718CE}" srcOrd="2" destOrd="0" presId="urn:microsoft.com/office/officeart/2018/2/layout/IconVerticalSolidList"/>
    <dgm:cxn modelId="{67C454FC-AFB8-4109-90D3-1931F0F015B0}" type="presParOf" srcId="{DC448A85-611E-4B37-84D0-AE1526D2C95F}" destId="{A4BF3160-E196-453F-9571-06C9356510B6}" srcOrd="3" destOrd="0" presId="urn:microsoft.com/office/officeart/2018/2/layout/IconVerticalSolidList"/>
    <dgm:cxn modelId="{F44331B8-84DC-4C70-8C45-C07193DD304E}" type="presParOf" srcId="{725AC723-15FB-481F-B83F-42ADF15A7535}" destId="{80B8F916-CC2E-471D-A169-BEEF57EDFE25}" srcOrd="3" destOrd="0" presId="urn:microsoft.com/office/officeart/2018/2/layout/IconVerticalSolidList"/>
    <dgm:cxn modelId="{7D0DF455-18F7-4C8C-97D2-51D5B4956D59}" type="presParOf" srcId="{725AC723-15FB-481F-B83F-42ADF15A7535}" destId="{07582E31-32FF-43E8-AC34-7AC04FB3709C}" srcOrd="4" destOrd="0" presId="urn:microsoft.com/office/officeart/2018/2/layout/IconVerticalSolidList"/>
    <dgm:cxn modelId="{826C8A84-EBFE-494E-AB5A-08346CFD8D06}" type="presParOf" srcId="{07582E31-32FF-43E8-AC34-7AC04FB3709C}" destId="{F1C36C11-5866-4DC0-8615-A6DF9E85392D}" srcOrd="0" destOrd="0" presId="urn:microsoft.com/office/officeart/2018/2/layout/IconVerticalSolidList"/>
    <dgm:cxn modelId="{B3D5C364-4DC6-4EA2-BEB1-60C0C6C91B14}" type="presParOf" srcId="{07582E31-32FF-43E8-AC34-7AC04FB3709C}" destId="{084AB5F4-F06C-4320-88BE-8C68716B2ABC}" srcOrd="1" destOrd="0" presId="urn:microsoft.com/office/officeart/2018/2/layout/IconVerticalSolidList"/>
    <dgm:cxn modelId="{AC890151-14E9-4973-A368-A3C03562678C}" type="presParOf" srcId="{07582E31-32FF-43E8-AC34-7AC04FB3709C}" destId="{02933DE0-3988-495C-9792-1D380F145D7F}" srcOrd="2" destOrd="0" presId="urn:microsoft.com/office/officeart/2018/2/layout/IconVerticalSolidList"/>
    <dgm:cxn modelId="{CCFD9E3A-4C8F-4D35-B1FF-137EBF372C0F}" type="presParOf" srcId="{07582E31-32FF-43E8-AC34-7AC04FB3709C}" destId="{228B34DF-ABE7-4C51-A117-CBDA982D4322}" srcOrd="3" destOrd="0" presId="urn:microsoft.com/office/officeart/2018/2/layout/IconVerticalSolidList"/>
    <dgm:cxn modelId="{5D17FE64-99B1-4B03-A8C0-15663875AE1C}" type="presParOf" srcId="{725AC723-15FB-481F-B83F-42ADF15A7535}" destId="{60B1F496-7185-4F78-927D-6293AC13FC3E}" srcOrd="5" destOrd="0" presId="urn:microsoft.com/office/officeart/2018/2/layout/IconVerticalSolidList"/>
    <dgm:cxn modelId="{3596FE30-FC16-4B58-9018-8A542DAB7B97}" type="presParOf" srcId="{725AC723-15FB-481F-B83F-42ADF15A7535}" destId="{7080FDC1-7857-4C2F-B065-0AF40DDB419C}" srcOrd="6" destOrd="0" presId="urn:microsoft.com/office/officeart/2018/2/layout/IconVerticalSolidList"/>
    <dgm:cxn modelId="{F2470F15-1E4D-45F2-B9B4-0BBBA2F468BE}" type="presParOf" srcId="{7080FDC1-7857-4C2F-B065-0AF40DDB419C}" destId="{3DB6C7C4-BB87-4D9A-9354-BDF225F496ED}" srcOrd="0" destOrd="0" presId="urn:microsoft.com/office/officeart/2018/2/layout/IconVerticalSolidList"/>
    <dgm:cxn modelId="{37C98406-2885-4E43-BD71-30FCE7206203}" type="presParOf" srcId="{7080FDC1-7857-4C2F-B065-0AF40DDB419C}" destId="{E9B9D303-634E-412B-8641-17B3FBEB875C}" srcOrd="1" destOrd="0" presId="urn:microsoft.com/office/officeart/2018/2/layout/IconVerticalSolidList"/>
    <dgm:cxn modelId="{73145E45-5B1D-4D50-ACE0-866AA1537097}" type="presParOf" srcId="{7080FDC1-7857-4C2F-B065-0AF40DDB419C}" destId="{061FB4C3-1186-407D-B229-3A6BA56B9EAF}" srcOrd="2" destOrd="0" presId="urn:microsoft.com/office/officeart/2018/2/layout/IconVerticalSolidList"/>
    <dgm:cxn modelId="{577E2EE5-CF68-4C37-B239-1689FC379D52}" type="presParOf" srcId="{7080FDC1-7857-4C2F-B065-0AF40DDB419C}" destId="{13FE90EB-57A9-40D5-95A4-8C183ADCED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0FB3192-060B-48CB-9354-93DBA92852F9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A0C5413-22EE-4606-84AF-94E2E4E19EC2}">
      <dgm:prSet/>
      <dgm:spPr/>
      <dgm:t>
        <a:bodyPr/>
        <a:lstStyle/>
        <a:p>
          <a:r>
            <a:rPr lang="af-ZA"/>
            <a:t>This project shows how AI can help in real life.</a:t>
          </a:r>
          <a:endParaRPr lang="en-US"/>
        </a:p>
      </dgm:t>
    </dgm:pt>
    <dgm:pt modelId="{9AF48B77-958F-41C0-B1D2-1087E15C11DF}" type="parTrans" cxnId="{8A1F0CE4-FEC7-4E2C-A07C-370A740B21C4}">
      <dgm:prSet/>
      <dgm:spPr/>
      <dgm:t>
        <a:bodyPr/>
        <a:lstStyle/>
        <a:p>
          <a:endParaRPr lang="en-US"/>
        </a:p>
      </dgm:t>
    </dgm:pt>
    <dgm:pt modelId="{950A0096-A154-46B0-A5D0-B98C201AB172}" type="sibTrans" cxnId="{8A1F0CE4-FEC7-4E2C-A07C-370A740B21C4}">
      <dgm:prSet/>
      <dgm:spPr/>
      <dgm:t>
        <a:bodyPr/>
        <a:lstStyle/>
        <a:p>
          <a:endParaRPr lang="en-US"/>
        </a:p>
      </dgm:t>
    </dgm:pt>
    <dgm:pt modelId="{0BDB5729-DF1E-4EBD-9EB0-B4B4905C744A}">
      <dgm:prSet/>
      <dgm:spPr/>
      <dgm:t>
        <a:bodyPr/>
        <a:lstStyle/>
        <a:p>
          <a:r>
            <a:rPr lang="af-ZA"/>
            <a:t>Python makes it simple and powerful.</a:t>
          </a:r>
          <a:endParaRPr lang="en-US"/>
        </a:p>
      </dgm:t>
    </dgm:pt>
    <dgm:pt modelId="{F9C609B8-0140-42C8-8E09-63C55F5F35B6}" type="parTrans" cxnId="{05061427-225F-442F-B1FB-1D1554C8E869}">
      <dgm:prSet/>
      <dgm:spPr/>
      <dgm:t>
        <a:bodyPr/>
        <a:lstStyle/>
        <a:p>
          <a:endParaRPr lang="en-US"/>
        </a:p>
      </dgm:t>
    </dgm:pt>
    <dgm:pt modelId="{B8CC1E68-0241-4823-993B-2D63F54C1346}" type="sibTrans" cxnId="{05061427-225F-442F-B1FB-1D1554C8E869}">
      <dgm:prSet/>
      <dgm:spPr/>
      <dgm:t>
        <a:bodyPr/>
        <a:lstStyle/>
        <a:p>
          <a:endParaRPr lang="en-US"/>
        </a:p>
      </dgm:t>
    </dgm:pt>
    <dgm:pt modelId="{00619F08-26CF-42E6-B17C-416EE3815F83}" type="pres">
      <dgm:prSet presAssocID="{00FB3192-060B-48CB-9354-93DBA92852F9}" presName="linear" presStyleCnt="0">
        <dgm:presLayoutVars>
          <dgm:animLvl val="lvl"/>
          <dgm:resizeHandles val="exact"/>
        </dgm:presLayoutVars>
      </dgm:prSet>
      <dgm:spPr/>
    </dgm:pt>
    <dgm:pt modelId="{324790A1-D816-46AC-A441-758FB5551A58}" type="pres">
      <dgm:prSet presAssocID="{EA0C5413-22EE-4606-84AF-94E2E4E19EC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BAA7CED-03DC-4708-8302-804EDC9230A6}" type="pres">
      <dgm:prSet presAssocID="{950A0096-A154-46B0-A5D0-B98C201AB172}" presName="spacer" presStyleCnt="0"/>
      <dgm:spPr/>
    </dgm:pt>
    <dgm:pt modelId="{E80BB6B8-5E89-4F68-ADFB-16BDA6835852}" type="pres">
      <dgm:prSet presAssocID="{0BDB5729-DF1E-4EBD-9EB0-B4B4905C744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6863D11-B97A-4E71-8616-23887BCCFD71}" type="presOf" srcId="{EA0C5413-22EE-4606-84AF-94E2E4E19EC2}" destId="{324790A1-D816-46AC-A441-758FB5551A58}" srcOrd="0" destOrd="0" presId="urn:microsoft.com/office/officeart/2005/8/layout/vList2"/>
    <dgm:cxn modelId="{9EB81518-3900-4ACD-875E-AE79FFB029EA}" type="presOf" srcId="{00FB3192-060B-48CB-9354-93DBA92852F9}" destId="{00619F08-26CF-42E6-B17C-416EE3815F83}" srcOrd="0" destOrd="0" presId="urn:microsoft.com/office/officeart/2005/8/layout/vList2"/>
    <dgm:cxn modelId="{05061427-225F-442F-B1FB-1D1554C8E869}" srcId="{00FB3192-060B-48CB-9354-93DBA92852F9}" destId="{0BDB5729-DF1E-4EBD-9EB0-B4B4905C744A}" srcOrd="1" destOrd="0" parTransId="{F9C609B8-0140-42C8-8E09-63C55F5F35B6}" sibTransId="{B8CC1E68-0241-4823-993B-2D63F54C1346}"/>
    <dgm:cxn modelId="{280F1B59-6761-4FDE-99A9-32DCE1BC8D9C}" type="presOf" srcId="{0BDB5729-DF1E-4EBD-9EB0-B4B4905C744A}" destId="{E80BB6B8-5E89-4F68-ADFB-16BDA6835852}" srcOrd="0" destOrd="0" presId="urn:microsoft.com/office/officeart/2005/8/layout/vList2"/>
    <dgm:cxn modelId="{8A1F0CE4-FEC7-4E2C-A07C-370A740B21C4}" srcId="{00FB3192-060B-48CB-9354-93DBA92852F9}" destId="{EA0C5413-22EE-4606-84AF-94E2E4E19EC2}" srcOrd="0" destOrd="0" parTransId="{9AF48B77-958F-41C0-B1D2-1087E15C11DF}" sibTransId="{950A0096-A154-46B0-A5D0-B98C201AB172}"/>
    <dgm:cxn modelId="{F34BA01D-8DB3-44EF-9C0D-5265AC76DFDA}" type="presParOf" srcId="{00619F08-26CF-42E6-B17C-416EE3815F83}" destId="{324790A1-D816-46AC-A441-758FB5551A58}" srcOrd="0" destOrd="0" presId="urn:microsoft.com/office/officeart/2005/8/layout/vList2"/>
    <dgm:cxn modelId="{79BD4A52-4563-4D77-9589-CAB129F9A7B8}" type="presParOf" srcId="{00619F08-26CF-42E6-B17C-416EE3815F83}" destId="{FBAA7CED-03DC-4708-8302-804EDC9230A6}" srcOrd="1" destOrd="0" presId="urn:microsoft.com/office/officeart/2005/8/layout/vList2"/>
    <dgm:cxn modelId="{5A07587A-6F55-46E4-8AFA-554961C4AECD}" type="presParOf" srcId="{00619F08-26CF-42E6-B17C-416EE3815F83}" destId="{E80BB6B8-5E89-4F68-ADFB-16BDA683585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BCA00-470C-432B-8B33-F0040F1F9808}">
      <dsp:nvSpPr>
        <dsp:cNvPr id="0" name=""/>
        <dsp:cNvSpPr/>
      </dsp:nvSpPr>
      <dsp:spPr>
        <a:xfrm>
          <a:off x="730349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5FE56-EA95-44BC-B0C0-C4E8911E028E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E44BB-1E59-4A0D-B586-0C01A7DFC0FB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This project is about classifying posts in engineering forums.</a:t>
          </a:r>
        </a:p>
      </dsp:txBody>
      <dsp:txXfrm>
        <a:off x="28349" y="3255669"/>
        <a:ext cx="3600000" cy="720000"/>
      </dsp:txXfrm>
    </dsp:sp>
    <dsp:sp modelId="{A45728C3-BC43-4B46-A941-1ECBCD2C61C8}">
      <dsp:nvSpPr>
        <dsp:cNvPr id="0" name=""/>
        <dsp:cNvSpPr/>
      </dsp:nvSpPr>
      <dsp:spPr>
        <a:xfrm>
          <a:off x="496035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76EFC-0E6C-40FD-8D17-F0E24CC334BF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256AE-3CFE-438D-B211-A7F0AA453197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It helps organize posts into categories automatically.</a:t>
          </a:r>
        </a:p>
      </dsp:txBody>
      <dsp:txXfrm>
        <a:off x="4258350" y="32556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76229-69F4-489B-B241-A994E2CF17D3}">
      <dsp:nvSpPr>
        <dsp:cNvPr id="0" name=""/>
        <dsp:cNvSpPr/>
      </dsp:nvSpPr>
      <dsp:spPr>
        <a:xfrm>
          <a:off x="890763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AF889-8BB4-4DDA-A5AF-5E440F4DE9BD}">
      <dsp:nvSpPr>
        <dsp:cNvPr id="0" name=""/>
        <dsp:cNvSpPr/>
      </dsp:nvSpPr>
      <dsp:spPr>
        <a:xfrm>
          <a:off x="291148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Engineering forums have many posts.</a:t>
          </a:r>
        </a:p>
      </dsp:txBody>
      <dsp:txXfrm>
        <a:off x="291148" y="2456435"/>
        <a:ext cx="2180418" cy="720000"/>
      </dsp:txXfrm>
    </dsp:sp>
    <dsp:sp modelId="{BE420DCB-2EC5-4D05-8E76-E8216AACDDEE}">
      <dsp:nvSpPr>
        <dsp:cNvPr id="0" name=""/>
        <dsp:cNvSpPr/>
      </dsp:nvSpPr>
      <dsp:spPr>
        <a:xfrm>
          <a:off x="3452755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59D52-BEBC-4B6F-87E7-7B053CE31CAF}">
      <dsp:nvSpPr>
        <dsp:cNvPr id="0" name=""/>
        <dsp:cNvSpPr/>
      </dsp:nvSpPr>
      <dsp:spPr>
        <a:xfrm>
          <a:off x="2853140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 is difficult to manually sort them.</a:t>
          </a:r>
        </a:p>
      </dsp:txBody>
      <dsp:txXfrm>
        <a:off x="2853140" y="2456435"/>
        <a:ext cx="2180418" cy="720000"/>
      </dsp:txXfrm>
    </dsp:sp>
    <dsp:sp modelId="{15B8EE10-8C4B-4291-BA55-D78CDC5CDF4B}">
      <dsp:nvSpPr>
        <dsp:cNvPr id="0" name=""/>
        <dsp:cNvSpPr/>
      </dsp:nvSpPr>
      <dsp:spPr>
        <a:xfrm>
          <a:off x="6014747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50440-2C6F-4388-A705-2F31CF9F276D}">
      <dsp:nvSpPr>
        <dsp:cNvPr id="0" name=""/>
        <dsp:cNvSpPr/>
      </dsp:nvSpPr>
      <dsp:spPr>
        <a:xfrm>
          <a:off x="5415132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We need an automatic solution.</a:t>
          </a:r>
        </a:p>
      </dsp:txBody>
      <dsp:txXfrm>
        <a:off x="5415132" y="2456435"/>
        <a:ext cx="218041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6B65E9-B6D2-4B45-9C67-12A88061DE20}">
      <dsp:nvSpPr>
        <dsp:cNvPr id="0" name=""/>
        <dsp:cNvSpPr/>
      </dsp:nvSpPr>
      <dsp:spPr>
        <a:xfrm>
          <a:off x="0" y="49654"/>
          <a:ext cx="3886131" cy="11520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Python</a:t>
          </a:r>
        </a:p>
      </dsp:txBody>
      <dsp:txXfrm>
        <a:off x="56237" y="105891"/>
        <a:ext cx="3773657" cy="1039555"/>
      </dsp:txXfrm>
    </dsp:sp>
    <dsp:sp modelId="{F5C31F09-51C1-4972-94AF-18C6FA30F556}">
      <dsp:nvSpPr>
        <dsp:cNvPr id="0" name=""/>
        <dsp:cNvSpPr/>
      </dsp:nvSpPr>
      <dsp:spPr>
        <a:xfrm>
          <a:off x="0" y="1285204"/>
          <a:ext cx="3886131" cy="115202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Machine Learning</a:t>
          </a:r>
        </a:p>
      </dsp:txBody>
      <dsp:txXfrm>
        <a:off x="56237" y="1341441"/>
        <a:ext cx="3773657" cy="1039555"/>
      </dsp:txXfrm>
    </dsp:sp>
    <dsp:sp modelId="{73795173-A281-480E-B2AE-246BCDF518E5}">
      <dsp:nvSpPr>
        <dsp:cNvPr id="0" name=""/>
        <dsp:cNvSpPr/>
      </dsp:nvSpPr>
      <dsp:spPr>
        <a:xfrm>
          <a:off x="0" y="2520753"/>
          <a:ext cx="3886131" cy="115202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Libraries: Scikit-learn, Pandas, NumPy</a:t>
          </a:r>
        </a:p>
      </dsp:txBody>
      <dsp:txXfrm>
        <a:off x="56237" y="2576990"/>
        <a:ext cx="3773657" cy="10395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C9380E-6301-4460-91EF-5CE70BEC7F1F}">
      <dsp:nvSpPr>
        <dsp:cNvPr id="0" name=""/>
        <dsp:cNvSpPr/>
      </dsp:nvSpPr>
      <dsp:spPr>
        <a:xfrm>
          <a:off x="0" y="469"/>
          <a:ext cx="346471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8502CF4-1510-42D4-AD5A-EEFCA9F24AE4}">
      <dsp:nvSpPr>
        <dsp:cNvPr id="0" name=""/>
        <dsp:cNvSpPr/>
      </dsp:nvSpPr>
      <dsp:spPr>
        <a:xfrm>
          <a:off x="0" y="469"/>
          <a:ext cx="3464715" cy="768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3300" kern="1200"/>
            <a:t>1. Collect data</a:t>
          </a:r>
          <a:endParaRPr lang="en-US" sz="3300" kern="1200"/>
        </a:p>
      </dsp:txBody>
      <dsp:txXfrm>
        <a:off x="0" y="469"/>
        <a:ext cx="3464715" cy="768545"/>
      </dsp:txXfrm>
    </dsp:sp>
    <dsp:sp modelId="{0DC5DB6B-2876-4AA9-955F-E820335B798C}">
      <dsp:nvSpPr>
        <dsp:cNvPr id="0" name=""/>
        <dsp:cNvSpPr/>
      </dsp:nvSpPr>
      <dsp:spPr>
        <a:xfrm>
          <a:off x="0" y="769014"/>
          <a:ext cx="346471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A3708E5-6EB4-48F2-904F-5A1F3D00B63A}">
      <dsp:nvSpPr>
        <dsp:cNvPr id="0" name=""/>
        <dsp:cNvSpPr/>
      </dsp:nvSpPr>
      <dsp:spPr>
        <a:xfrm>
          <a:off x="0" y="769014"/>
          <a:ext cx="3464715" cy="768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3300" kern="1200"/>
            <a:t>2. Clean text</a:t>
          </a:r>
          <a:endParaRPr lang="en-US" sz="3300" kern="1200"/>
        </a:p>
      </dsp:txBody>
      <dsp:txXfrm>
        <a:off x="0" y="769014"/>
        <a:ext cx="3464715" cy="768545"/>
      </dsp:txXfrm>
    </dsp:sp>
    <dsp:sp modelId="{D0342918-1C81-46CA-B341-906D974209CA}">
      <dsp:nvSpPr>
        <dsp:cNvPr id="0" name=""/>
        <dsp:cNvSpPr/>
      </dsp:nvSpPr>
      <dsp:spPr>
        <a:xfrm>
          <a:off x="0" y="1537560"/>
          <a:ext cx="346471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ED04B82-4618-44FB-B2E2-5ED48AC2A1EC}">
      <dsp:nvSpPr>
        <dsp:cNvPr id="0" name=""/>
        <dsp:cNvSpPr/>
      </dsp:nvSpPr>
      <dsp:spPr>
        <a:xfrm>
          <a:off x="0" y="1537560"/>
          <a:ext cx="3464715" cy="768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3300" kern="1200"/>
            <a:t>3. Train model</a:t>
          </a:r>
          <a:endParaRPr lang="en-US" sz="3300" kern="1200"/>
        </a:p>
      </dsp:txBody>
      <dsp:txXfrm>
        <a:off x="0" y="1537560"/>
        <a:ext cx="3464715" cy="768545"/>
      </dsp:txXfrm>
    </dsp:sp>
    <dsp:sp modelId="{F8303318-6F87-4C26-A552-3F3F71D257AC}">
      <dsp:nvSpPr>
        <dsp:cNvPr id="0" name=""/>
        <dsp:cNvSpPr/>
      </dsp:nvSpPr>
      <dsp:spPr>
        <a:xfrm>
          <a:off x="0" y="2306105"/>
          <a:ext cx="346471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194E1BB-EE4F-4A5B-B9E6-F482F4E63464}">
      <dsp:nvSpPr>
        <dsp:cNvPr id="0" name=""/>
        <dsp:cNvSpPr/>
      </dsp:nvSpPr>
      <dsp:spPr>
        <a:xfrm>
          <a:off x="0" y="2306105"/>
          <a:ext cx="3464715" cy="768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3300" kern="1200"/>
            <a:t>4. Predict category</a:t>
          </a:r>
          <a:endParaRPr lang="en-US" sz="3300" kern="1200"/>
        </a:p>
      </dsp:txBody>
      <dsp:txXfrm>
        <a:off x="0" y="2306105"/>
        <a:ext cx="3464715" cy="768545"/>
      </dsp:txXfrm>
    </dsp:sp>
    <dsp:sp modelId="{47C49E98-ADFD-47BB-9234-BEB01D4784A5}">
      <dsp:nvSpPr>
        <dsp:cNvPr id="0" name=""/>
        <dsp:cNvSpPr/>
      </dsp:nvSpPr>
      <dsp:spPr>
        <a:xfrm>
          <a:off x="0" y="3074651"/>
          <a:ext cx="346471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686AF3-8FA9-4C88-9A8C-C1F1866F10D2}">
      <dsp:nvSpPr>
        <dsp:cNvPr id="0" name=""/>
        <dsp:cNvSpPr/>
      </dsp:nvSpPr>
      <dsp:spPr>
        <a:xfrm>
          <a:off x="0" y="3074651"/>
          <a:ext cx="3464715" cy="768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3300" kern="1200"/>
            <a:t>5. Show result</a:t>
          </a:r>
          <a:endParaRPr lang="en-US" sz="3300" kern="1200"/>
        </a:p>
      </dsp:txBody>
      <dsp:txXfrm>
        <a:off x="0" y="3074651"/>
        <a:ext cx="3464715" cy="7685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156F3-0E33-4E68-93AE-3C90841294A8}">
      <dsp:nvSpPr>
        <dsp:cNvPr id="0" name=""/>
        <dsp:cNvSpPr/>
      </dsp:nvSpPr>
      <dsp:spPr>
        <a:xfrm>
          <a:off x="1092788" y="168544"/>
          <a:ext cx="681064" cy="6810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B7B57-6C63-45DD-814C-FE704B14B32A}">
      <dsp:nvSpPr>
        <dsp:cNvPr id="0" name=""/>
        <dsp:cNvSpPr/>
      </dsp:nvSpPr>
      <dsp:spPr>
        <a:xfrm>
          <a:off x="676582" y="1076805"/>
          <a:ext cx="1513476" cy="605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Input: 'How to fix circuit error?'</a:t>
          </a:r>
        </a:p>
      </dsp:txBody>
      <dsp:txXfrm>
        <a:off x="676582" y="1076805"/>
        <a:ext cx="1513476" cy="605390"/>
      </dsp:txXfrm>
    </dsp:sp>
    <dsp:sp modelId="{53E2D936-24DE-4D40-A248-FA51816AEF03}">
      <dsp:nvSpPr>
        <dsp:cNvPr id="0" name=""/>
        <dsp:cNvSpPr/>
      </dsp:nvSpPr>
      <dsp:spPr>
        <a:xfrm>
          <a:off x="1092788" y="2060565"/>
          <a:ext cx="681064" cy="6810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8BBC96-648E-4D71-819C-34DC16BE5CE7}">
      <dsp:nvSpPr>
        <dsp:cNvPr id="0" name=""/>
        <dsp:cNvSpPr/>
      </dsp:nvSpPr>
      <dsp:spPr>
        <a:xfrm>
          <a:off x="676582" y="2968827"/>
          <a:ext cx="1513476" cy="605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Output: Electrical Engineering</a:t>
          </a:r>
        </a:p>
      </dsp:txBody>
      <dsp:txXfrm>
        <a:off x="676582" y="2968827"/>
        <a:ext cx="1513476" cy="6053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721E4-D9A2-4C00-80C6-D0BF2C1740AB}">
      <dsp:nvSpPr>
        <dsp:cNvPr id="0" name=""/>
        <dsp:cNvSpPr/>
      </dsp:nvSpPr>
      <dsp:spPr>
        <a:xfrm>
          <a:off x="0" y="1547"/>
          <a:ext cx="4501582" cy="784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82765-EEC5-4E84-9B7C-09A270393D29}">
      <dsp:nvSpPr>
        <dsp:cNvPr id="0" name=""/>
        <dsp:cNvSpPr/>
      </dsp:nvSpPr>
      <dsp:spPr>
        <a:xfrm>
          <a:off x="237283" y="178039"/>
          <a:ext cx="431424" cy="4314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29CCC-0303-42B5-B8A2-CD3C3E78E344}">
      <dsp:nvSpPr>
        <dsp:cNvPr id="0" name=""/>
        <dsp:cNvSpPr/>
      </dsp:nvSpPr>
      <dsp:spPr>
        <a:xfrm>
          <a:off x="905991" y="1547"/>
          <a:ext cx="3595590" cy="784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17" tIns="83017" rIns="83017" bIns="830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Saves time</a:t>
          </a:r>
        </a:p>
      </dsp:txBody>
      <dsp:txXfrm>
        <a:off x="905991" y="1547"/>
        <a:ext cx="3595590" cy="784408"/>
      </dsp:txXfrm>
    </dsp:sp>
    <dsp:sp modelId="{C12E0BD1-1A24-4826-9595-2492544AC1B4}">
      <dsp:nvSpPr>
        <dsp:cNvPr id="0" name=""/>
        <dsp:cNvSpPr/>
      </dsp:nvSpPr>
      <dsp:spPr>
        <a:xfrm>
          <a:off x="0" y="982057"/>
          <a:ext cx="4501582" cy="784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EBA78-7F4F-4841-A39C-1162BD39AD0D}">
      <dsp:nvSpPr>
        <dsp:cNvPr id="0" name=""/>
        <dsp:cNvSpPr/>
      </dsp:nvSpPr>
      <dsp:spPr>
        <a:xfrm>
          <a:off x="237283" y="1158549"/>
          <a:ext cx="431424" cy="4314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F3160-E196-453F-9571-06C9356510B6}">
      <dsp:nvSpPr>
        <dsp:cNvPr id="0" name=""/>
        <dsp:cNvSpPr/>
      </dsp:nvSpPr>
      <dsp:spPr>
        <a:xfrm>
          <a:off x="905991" y="982057"/>
          <a:ext cx="3595590" cy="784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17" tIns="83017" rIns="83017" bIns="830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Easy to use</a:t>
          </a:r>
        </a:p>
      </dsp:txBody>
      <dsp:txXfrm>
        <a:off x="905991" y="982057"/>
        <a:ext cx="3595590" cy="784408"/>
      </dsp:txXfrm>
    </dsp:sp>
    <dsp:sp modelId="{F1C36C11-5866-4DC0-8615-A6DF9E85392D}">
      <dsp:nvSpPr>
        <dsp:cNvPr id="0" name=""/>
        <dsp:cNvSpPr/>
      </dsp:nvSpPr>
      <dsp:spPr>
        <a:xfrm>
          <a:off x="0" y="1962568"/>
          <a:ext cx="4501582" cy="784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AB5F4-F06C-4320-88BE-8C68716B2ABC}">
      <dsp:nvSpPr>
        <dsp:cNvPr id="0" name=""/>
        <dsp:cNvSpPr/>
      </dsp:nvSpPr>
      <dsp:spPr>
        <a:xfrm>
          <a:off x="237283" y="2139059"/>
          <a:ext cx="431424" cy="4314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B34DF-ABE7-4C51-A117-CBDA982D4322}">
      <dsp:nvSpPr>
        <dsp:cNvPr id="0" name=""/>
        <dsp:cNvSpPr/>
      </dsp:nvSpPr>
      <dsp:spPr>
        <a:xfrm>
          <a:off x="905991" y="1962568"/>
          <a:ext cx="3595590" cy="784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17" tIns="83017" rIns="83017" bIns="830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Organizes data</a:t>
          </a:r>
        </a:p>
      </dsp:txBody>
      <dsp:txXfrm>
        <a:off x="905991" y="1962568"/>
        <a:ext cx="3595590" cy="784408"/>
      </dsp:txXfrm>
    </dsp:sp>
    <dsp:sp modelId="{3DB6C7C4-BB87-4D9A-9354-BDF225F496ED}">
      <dsp:nvSpPr>
        <dsp:cNvPr id="0" name=""/>
        <dsp:cNvSpPr/>
      </dsp:nvSpPr>
      <dsp:spPr>
        <a:xfrm>
          <a:off x="0" y="2943078"/>
          <a:ext cx="4501582" cy="784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9D303-634E-412B-8641-17B3FBEB875C}">
      <dsp:nvSpPr>
        <dsp:cNvPr id="0" name=""/>
        <dsp:cNvSpPr/>
      </dsp:nvSpPr>
      <dsp:spPr>
        <a:xfrm>
          <a:off x="237283" y="3119570"/>
          <a:ext cx="431424" cy="4314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E90EB-57A9-40D5-95A4-8C183ADCED61}">
      <dsp:nvSpPr>
        <dsp:cNvPr id="0" name=""/>
        <dsp:cNvSpPr/>
      </dsp:nvSpPr>
      <dsp:spPr>
        <a:xfrm>
          <a:off x="905991" y="2943078"/>
          <a:ext cx="3595590" cy="784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017" tIns="83017" rIns="83017" bIns="830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Helpful for students</a:t>
          </a:r>
        </a:p>
      </dsp:txBody>
      <dsp:txXfrm>
        <a:off x="905991" y="2943078"/>
        <a:ext cx="3595590" cy="7844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790A1-D816-46AC-A441-758FB5551A58}">
      <dsp:nvSpPr>
        <dsp:cNvPr id="0" name=""/>
        <dsp:cNvSpPr/>
      </dsp:nvSpPr>
      <dsp:spPr>
        <a:xfrm>
          <a:off x="0" y="347770"/>
          <a:ext cx="2866641" cy="14847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2700" kern="1200"/>
            <a:t>This project shows how AI can help in real life.</a:t>
          </a:r>
          <a:endParaRPr lang="en-US" sz="2700" kern="1200"/>
        </a:p>
      </dsp:txBody>
      <dsp:txXfrm>
        <a:off x="72479" y="420249"/>
        <a:ext cx="2721683" cy="1339772"/>
      </dsp:txXfrm>
    </dsp:sp>
    <dsp:sp modelId="{E80BB6B8-5E89-4F68-ADFB-16BDA6835852}">
      <dsp:nvSpPr>
        <dsp:cNvPr id="0" name=""/>
        <dsp:cNvSpPr/>
      </dsp:nvSpPr>
      <dsp:spPr>
        <a:xfrm>
          <a:off x="0" y="1910261"/>
          <a:ext cx="2866641" cy="14847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sz="2700" kern="1200"/>
            <a:t>Python makes it simple and powerful.</a:t>
          </a:r>
          <a:endParaRPr lang="en-US" sz="2700" kern="1200"/>
        </a:p>
      </dsp:txBody>
      <dsp:txXfrm>
        <a:off x="72479" y="1982740"/>
        <a:ext cx="2721683" cy="1339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5F985E28-E7A4-4C51-B6D4-E2D575D288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5438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29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af-ZA" sz="3500"/>
              <a:t>Engineering Forum Post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af-ZA" sz="1700"/>
              <a:t>Student: Noor Al-Hussein Hatem</a:t>
            </a:r>
          </a:p>
          <a:p>
            <a:r>
              <a:rPr lang="af-ZA" sz="1700"/>
              <a:t>University: Al-Farabi</a:t>
            </a:r>
          </a:p>
          <a:p>
            <a:r>
              <a:rPr lang="af-ZA" sz="1700"/>
              <a:t>Stage: 3rd Year A</a:t>
            </a:r>
          </a:p>
          <a:p>
            <a:r>
              <a:rPr lang="af-ZA" sz="1700"/>
              <a:t>Programming Language: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FEFC787-D648-2813-CA44-D902B5A9CF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0" r="19218" b="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af-ZA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11F1E6-6BE8-7387-CE2E-6BA8B1895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98436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0" name="Picture 78">
            <a:extLst>
              <a:ext uri="{FF2B5EF4-FFF2-40B4-BE49-F238E27FC236}">
                <a16:creationId xmlns:a16="http://schemas.microsoft.com/office/drawing/2014/main" id="{B9D61B21-A901-9303-F457-1401A5912B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8099" r="2961" b="-1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af-ZA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77" name="Content Placeholder 2">
            <a:extLst>
              <a:ext uri="{FF2B5EF4-FFF2-40B4-BE49-F238E27FC236}">
                <a16:creationId xmlns:a16="http://schemas.microsoft.com/office/drawing/2014/main" id="{C56240E0-392A-E331-28C1-6C4C8F005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75566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5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لوحه دوائر الكترونيه بلون ازرق">
            <a:extLst>
              <a:ext uri="{FF2B5EF4-FFF2-40B4-BE49-F238E27FC236}">
                <a16:creationId xmlns:a16="http://schemas.microsoft.com/office/drawing/2014/main" id="{D4801D06-8D37-AC53-2A2F-57E1FF843C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" r="41209" b="-1"/>
          <a:stretch>
            <a:fillRect/>
          </a:stretch>
        </p:blipFill>
        <p:spPr>
          <a:xfrm>
            <a:off x="3662266" y="10"/>
            <a:ext cx="5481734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142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178" y="856488"/>
            <a:ext cx="3744468" cy="1243584"/>
          </a:xfrm>
        </p:spPr>
        <p:txBody>
          <a:bodyPr anchor="ctr">
            <a:normAutofit/>
          </a:bodyPr>
          <a:lstStyle/>
          <a:p>
            <a:r>
              <a:rPr lang="af-ZA" sz="3000"/>
              <a:t>Project Idea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326" y="2195336"/>
            <a:ext cx="373761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178" y="2522949"/>
            <a:ext cx="3799332" cy="3402363"/>
          </a:xfrm>
        </p:spPr>
        <p:txBody>
          <a:bodyPr anchor="t">
            <a:normAutofit/>
          </a:bodyPr>
          <a:lstStyle/>
          <a:p>
            <a:r>
              <a:rPr lang="af-ZA" sz="1700"/>
              <a:t>We use Python to build a classifier.</a:t>
            </a:r>
          </a:p>
          <a:p>
            <a:r>
              <a:rPr lang="af-ZA" sz="1700"/>
              <a:t>The system reads posts and predicts their category.</a:t>
            </a:r>
          </a:p>
          <a:p>
            <a:r>
              <a:rPr lang="af-ZA" sz="1700"/>
              <a:t>Example: Electrical, Mechanical, Software.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af-ZA" sz="3500"/>
              <a:t>Tools and Technologies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86A33D-E2C4-5CA7-9461-24D1514FA7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70" r="36503" b="-2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9B47998-C57A-0A6C-1B0E-A7A7F68083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696824"/>
              </p:ext>
            </p:extLst>
          </p:nvPr>
        </p:nvGraphicFramePr>
        <p:xfrm>
          <a:off x="486697" y="2406650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938487" cy="1807305"/>
          </a:xfrm>
        </p:spPr>
        <p:txBody>
          <a:bodyPr>
            <a:normAutofit/>
          </a:bodyPr>
          <a:lstStyle/>
          <a:p>
            <a:r>
              <a:rPr lang="af-ZA"/>
              <a:t>How It Works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779D728-09D3-0AFC-437C-4D3D49907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49" r="8885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59BCAAF6-E093-B58D-EAE8-E677B277E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6470661"/>
              </p:ext>
            </p:extLst>
          </p:nvPr>
        </p:nvGraphicFramePr>
        <p:xfrm>
          <a:off x="628650" y="2333297"/>
          <a:ext cx="3464715" cy="3843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0BBCF7-6C7B-F2C9-B225-3F17F0C6C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41" r="8771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af-ZA" sz="3500"/>
              <a:t>Example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D20FA5F-EA4A-EE0F-7E0E-E5009647D7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223724"/>
              </p:ext>
            </p:extLst>
          </p:nvPr>
        </p:nvGraphicFramePr>
        <p:xfrm>
          <a:off x="628650" y="2434201"/>
          <a:ext cx="2866641" cy="3742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af-ZA" sz="3500"/>
              <a:t>Advantages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95F368-5D94-6293-6DB6-F8377A6A5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51" r="16135" b="9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AAFF3E-6F49-5536-A096-273F2F7748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440478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ED12DD-E791-7AF4-243E-601EFBF2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55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af-ZA" sz="3500"/>
              <a:t>Conclusion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570F52D-CBBD-1B68-552C-96975A947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240185"/>
              </p:ext>
            </p:extLst>
          </p:nvPr>
        </p:nvGraphicFramePr>
        <p:xfrm>
          <a:off x="628650" y="2434201"/>
          <a:ext cx="2866641" cy="3742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إغلاق صوره أبلاودينج اليد">
            <a:extLst>
              <a:ext uri="{FF2B5EF4-FFF2-40B4-BE49-F238E27FC236}">
                <a16:creationId xmlns:a16="http://schemas.microsoft.com/office/drawing/2014/main" id="{4B1ABED1-698B-7D55-156A-64285594C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1" r="25921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af-ZA" sz="350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af-ZA" sz="1700"/>
              <a:t>Thank you for listening!</a:t>
            </a:r>
          </a:p>
          <a:p>
            <a:r>
              <a:rPr lang="af-ZA" sz="1700"/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178</Words>
  <Application>Microsoft Office PowerPoint</Application>
  <PresentationFormat>عرض على الشاشة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Engineering Forum Post Classifier</vt:lpstr>
      <vt:lpstr>Introduction</vt:lpstr>
      <vt:lpstr>Problem Statement</vt:lpstr>
      <vt:lpstr>Project Idea</vt:lpstr>
      <vt:lpstr>Tools and Technologies</vt:lpstr>
      <vt:lpstr>How It Works</vt:lpstr>
      <vt:lpstr>Example</vt:lpstr>
      <vt:lpstr>Advantages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Forum Post Classifier</dc:title>
  <dc:subject/>
  <dc:creator>hp</dc:creator>
  <cp:keywords/>
  <dc:description>generated using python-pptx</dc:description>
  <cp:lastModifiedBy>Noor</cp:lastModifiedBy>
  <cp:revision>46</cp:revision>
  <dcterms:created xsi:type="dcterms:W3CDTF">2013-01-27T09:14:16Z</dcterms:created>
  <dcterms:modified xsi:type="dcterms:W3CDTF">2026-03-29T18:18:02Z</dcterms:modified>
  <cp:category/>
</cp:coreProperties>
</file>